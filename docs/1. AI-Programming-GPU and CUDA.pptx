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44"/>
  </p:notesMasterIdLst>
  <p:handoutMasterIdLst>
    <p:handoutMasterId r:id="rId45"/>
  </p:handoutMasterIdLst>
  <p:sldIdLst>
    <p:sldId id="317" r:id="rId2"/>
    <p:sldId id="2584" r:id="rId3"/>
    <p:sldId id="318" r:id="rId4"/>
    <p:sldId id="2565" r:id="rId5"/>
    <p:sldId id="2546" r:id="rId6"/>
    <p:sldId id="2547" r:id="rId7"/>
    <p:sldId id="2569" r:id="rId8"/>
    <p:sldId id="2548" r:id="rId9"/>
    <p:sldId id="2574" r:id="rId10"/>
    <p:sldId id="2575" r:id="rId11"/>
    <p:sldId id="2580" r:id="rId12"/>
    <p:sldId id="2540" r:id="rId13"/>
    <p:sldId id="2577" r:id="rId14"/>
    <p:sldId id="2552" r:id="rId15"/>
    <p:sldId id="2541" r:id="rId16"/>
    <p:sldId id="2579" r:id="rId17"/>
    <p:sldId id="2542" r:id="rId18"/>
    <p:sldId id="2544" r:id="rId19"/>
    <p:sldId id="2545" r:id="rId20"/>
    <p:sldId id="2551" r:id="rId21"/>
    <p:sldId id="2581" r:id="rId22"/>
    <p:sldId id="2553" r:id="rId23"/>
    <p:sldId id="2549" r:id="rId24"/>
    <p:sldId id="2550" r:id="rId25"/>
    <p:sldId id="2582" r:id="rId26"/>
    <p:sldId id="2558" r:id="rId27"/>
    <p:sldId id="2557" r:id="rId28"/>
    <p:sldId id="2556" r:id="rId29"/>
    <p:sldId id="2559" r:id="rId30"/>
    <p:sldId id="2399" r:id="rId31"/>
    <p:sldId id="2400" r:id="rId32"/>
    <p:sldId id="2401" r:id="rId33"/>
    <p:sldId id="2560" r:id="rId34"/>
    <p:sldId id="2583" r:id="rId35"/>
    <p:sldId id="2561" r:id="rId36"/>
    <p:sldId id="2554" r:id="rId37"/>
    <p:sldId id="2555" r:id="rId38"/>
    <p:sldId id="349" r:id="rId39"/>
    <p:sldId id="2376" r:id="rId40"/>
    <p:sldId id="2576" r:id="rId41"/>
    <p:sldId id="2578" r:id="rId42"/>
    <p:sldId id="2572" r:id="rId4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68FDA165-8DBB-4931-B530-60C24ECD2C95}">
          <p14:sldIdLst>
            <p14:sldId id="317"/>
            <p14:sldId id="2584"/>
            <p14:sldId id="318"/>
            <p14:sldId id="2565"/>
            <p14:sldId id="2546"/>
            <p14:sldId id="2547"/>
            <p14:sldId id="2569"/>
            <p14:sldId id="2548"/>
            <p14:sldId id="2574"/>
            <p14:sldId id="2575"/>
            <p14:sldId id="2580"/>
            <p14:sldId id="2540"/>
            <p14:sldId id="2577"/>
            <p14:sldId id="2552"/>
            <p14:sldId id="2541"/>
            <p14:sldId id="2579"/>
            <p14:sldId id="2542"/>
            <p14:sldId id="2544"/>
            <p14:sldId id="2545"/>
            <p14:sldId id="2551"/>
            <p14:sldId id="2581"/>
            <p14:sldId id="2553"/>
            <p14:sldId id="2549"/>
            <p14:sldId id="2550"/>
            <p14:sldId id="2582"/>
            <p14:sldId id="2558"/>
            <p14:sldId id="2557"/>
            <p14:sldId id="2556"/>
          </p14:sldIdLst>
        </p14:section>
        <p14:section name="제목 없는 구역" id="{75D6D59B-ED0D-4EC4-9BAD-6A1827DD3F56}">
          <p14:sldIdLst>
            <p14:sldId id="2559"/>
            <p14:sldId id="2399"/>
            <p14:sldId id="2400"/>
            <p14:sldId id="2401"/>
            <p14:sldId id="2560"/>
            <p14:sldId id="2583"/>
            <p14:sldId id="2561"/>
            <p14:sldId id="2554"/>
            <p14:sldId id="2555"/>
            <p14:sldId id="349"/>
            <p14:sldId id="2376"/>
            <p14:sldId id="2576"/>
            <p14:sldId id="2578"/>
            <p14:sldId id="2572"/>
          </p14:sldIdLst>
        </p14:section>
      </p14:sectionLst>
    </p:ext>
    <p:ext uri="{EFAFB233-063F-42B5-8137-9DF3F51BA10A}">
      <p15:sldGuideLst xmlns:p15="http://schemas.microsoft.com/office/powerpoint/2012/main">
        <p15:guide id="1" orient="horz" pos="2341" userDrawn="1">
          <p15:clr>
            <a:srgbClr val="A4A3A4"/>
          </p15:clr>
        </p15:guide>
        <p15:guide id="2" pos="3840" userDrawn="1">
          <p15:clr>
            <a:srgbClr val="A4A3A4"/>
          </p15:clr>
        </p15:guide>
        <p15:guide id="3" pos="3985" userDrawn="1">
          <p15:clr>
            <a:srgbClr val="A4A3A4"/>
          </p15:clr>
        </p15:guide>
        <p15:guide id="5" orient="horz" pos="2682" userDrawn="1">
          <p15:clr>
            <a:srgbClr val="A4A3A4"/>
          </p15:clr>
        </p15:guide>
        <p15:guide id="6" pos="960" userDrawn="1">
          <p15:clr>
            <a:srgbClr val="A4A3A4"/>
          </p15:clr>
        </p15:guide>
        <p15:guide id="7" pos="302" userDrawn="1">
          <p15:clr>
            <a:srgbClr val="A4A3A4"/>
          </p15:clr>
        </p15:guide>
        <p15:guide id="8" pos="7265" userDrawn="1">
          <p15:clr>
            <a:srgbClr val="A4A3A4"/>
          </p15:clr>
        </p15:guide>
        <p15:guide id="9" orient="horz" pos="867" userDrawn="1">
          <p15:clr>
            <a:srgbClr val="A4A3A4"/>
          </p15:clr>
        </p15:guide>
        <p15:guide id="10" pos="597" userDrawn="1">
          <p15:clr>
            <a:srgbClr val="A4A3A4"/>
          </p15:clr>
        </p15:guide>
        <p15:guide id="11" orient="horz" pos="59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00"/>
    <a:srgbClr val="F15A31"/>
    <a:srgbClr val="4BB0A0"/>
    <a:srgbClr val="43B0A0"/>
    <a:srgbClr val="F06436"/>
    <a:srgbClr val="52AEE1"/>
    <a:srgbClr val="F89074"/>
    <a:srgbClr val="4285F4"/>
    <a:srgbClr val="72B9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테마 스타일 1 - 강조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48" autoAdjust="0"/>
    <p:restoredTop sz="50000" autoAdjust="0"/>
  </p:normalViewPr>
  <p:slideViewPr>
    <p:cSldViewPr snapToGrid="0" showGuides="1">
      <p:cViewPr varScale="1">
        <p:scale>
          <a:sx n="118" d="100"/>
          <a:sy n="118" d="100"/>
        </p:scale>
        <p:origin x="96" y="138"/>
      </p:cViewPr>
      <p:guideLst>
        <p:guide orient="horz" pos="2341"/>
        <p:guide pos="3840"/>
        <p:guide pos="3985"/>
        <p:guide orient="horz" pos="2682"/>
        <p:guide pos="960"/>
        <p:guide pos="302"/>
        <p:guide pos="7265"/>
        <p:guide orient="horz" pos="867"/>
        <p:guide pos="597"/>
        <p:guide orient="horz" pos="595"/>
      </p:guideLst>
    </p:cSldViewPr>
  </p:slideViewPr>
  <p:outlineViewPr>
    <p:cViewPr>
      <p:scale>
        <a:sx n="33" d="100"/>
        <a:sy n="33" d="100"/>
      </p:scale>
      <p:origin x="0" y="2496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342"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B5F00D5-8D61-463B-A24D-AA343CDEF1C1}" type="datetimeFigureOut">
              <a:rPr lang="ko-KR" altLang="en-US" smtClean="0"/>
              <a:pPr/>
              <a:t>2026-05-11</a:t>
            </a:fld>
            <a:endParaRPr lang="ko-KR" altLang="en-US"/>
          </a:p>
        </p:txBody>
      </p:sp>
      <p:sp>
        <p:nvSpPr>
          <p:cNvPr id="4" name="바닥글 개체 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E27927B-07B9-470A-A6C7-2E21D055E10F}" type="slidenum">
              <a:rPr lang="ko-KR" altLang="en-US" smtClean="0"/>
              <a:pPr/>
              <a:t>‹#›</a:t>
            </a:fld>
            <a:endParaRPr lang="ko-KR" altLang="en-US"/>
          </a:p>
        </p:txBody>
      </p:sp>
    </p:spTree>
    <p:extLst>
      <p:ext uri="{BB962C8B-B14F-4D97-AF65-F5344CB8AC3E}">
        <p14:creationId xmlns:p14="http://schemas.microsoft.com/office/powerpoint/2010/main" val="2855280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DFE79A2-9499-4165-85CA-D3B599A71D6E}" type="datetimeFigureOut">
              <a:rPr lang="ko-KR" altLang="en-US" smtClean="0"/>
              <a:pPr/>
              <a:t>2026-05-11</a:t>
            </a:fld>
            <a:endParaRPr lang="ko-KR" altLang="en-US"/>
          </a:p>
        </p:txBody>
      </p:sp>
      <p:sp>
        <p:nvSpPr>
          <p:cNvPr id="4" name="슬라이드 이미지 개체 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BDF56FB-8B4C-4940-9CA8-BCB6BA92FB7E}" type="slidenum">
              <a:rPr lang="ko-KR" altLang="en-US" smtClean="0"/>
              <a:pPr/>
              <a:t>‹#›</a:t>
            </a:fld>
            <a:endParaRPr lang="ko-KR" altLang="en-US"/>
          </a:p>
        </p:txBody>
      </p:sp>
    </p:spTree>
    <p:extLst>
      <p:ext uri="{BB962C8B-B14F-4D97-AF65-F5344CB8AC3E}">
        <p14:creationId xmlns:p14="http://schemas.microsoft.com/office/powerpoint/2010/main" val="173839198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FF7A936-3331-4ED4-9234-0397772A4D6D}" type="slidenum">
              <a:rPr lang="ko-KR" altLang="en-US" smtClean="0"/>
              <a:t>38</a:t>
            </a:fld>
            <a:endParaRPr lang="ko-KR" altLang="en-US" dirty="0"/>
          </a:p>
        </p:txBody>
      </p:sp>
    </p:spTree>
    <p:extLst>
      <p:ext uri="{BB962C8B-B14F-4D97-AF65-F5344CB8AC3E}">
        <p14:creationId xmlns:p14="http://schemas.microsoft.com/office/powerpoint/2010/main" val="26627311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표지">
    <p:spTree>
      <p:nvGrpSpPr>
        <p:cNvPr id="1" name=""/>
        <p:cNvGrpSpPr/>
        <p:nvPr/>
      </p:nvGrpSpPr>
      <p:grpSpPr>
        <a:xfrm>
          <a:off x="0" y="0"/>
          <a:ext cx="0" cy="0"/>
          <a:chOff x="0" y="0"/>
          <a:chExt cx="0" cy="0"/>
        </a:xfrm>
      </p:grpSpPr>
      <p:sp>
        <p:nvSpPr>
          <p:cNvPr id="116" name="Google Shape;10;p2">
            <a:extLst>
              <a:ext uri="{FF2B5EF4-FFF2-40B4-BE49-F238E27FC236}">
                <a16:creationId xmlns:a16="http://schemas.microsoft.com/office/drawing/2014/main" id="{915EBAC6-B986-0141-9A3D-A1153FD2C8C9}"/>
              </a:ext>
            </a:extLst>
          </p:cNvPr>
          <p:cNvSpPr/>
          <p:nvPr userDrawn="1"/>
        </p:nvSpPr>
        <p:spPr>
          <a:xfrm rot="10800000">
            <a:off x="-3" y="-3"/>
            <a:ext cx="6818246" cy="4335006"/>
          </a:xfrm>
          <a:custGeom>
            <a:avLst/>
            <a:gdLst/>
            <a:ahLst/>
            <a:cxnLst/>
            <a:rect l="l" t="t" r="r" b="b"/>
            <a:pathLst>
              <a:path w="113764" h="66545" extrusionOk="0">
                <a:moveTo>
                  <a:pt x="113763" y="1"/>
                </a:moveTo>
                <a:cubicBezTo>
                  <a:pt x="113763" y="1"/>
                  <a:pt x="94363" y="5103"/>
                  <a:pt x="77775" y="33272"/>
                </a:cubicBezTo>
                <a:cubicBezTo>
                  <a:pt x="67864" y="50104"/>
                  <a:pt x="57286" y="53491"/>
                  <a:pt x="45819" y="53491"/>
                </a:cubicBezTo>
                <a:cubicBezTo>
                  <a:pt x="38095" y="53491"/>
                  <a:pt x="29967" y="51954"/>
                  <a:pt x="21367" y="51954"/>
                </a:cubicBezTo>
                <a:cubicBezTo>
                  <a:pt x="0" y="51954"/>
                  <a:pt x="792" y="66545"/>
                  <a:pt x="792" y="66545"/>
                </a:cubicBezTo>
                <a:lnTo>
                  <a:pt x="113763" y="66545"/>
                </a:lnTo>
                <a:lnTo>
                  <a:pt x="113763" y="1"/>
                </a:lnTo>
                <a:close/>
              </a:path>
            </a:pathLst>
          </a:custGeom>
          <a:gradFill>
            <a:gsLst>
              <a:gs pos="0">
                <a:srgbClr val="4BB0A0"/>
              </a:gs>
              <a:gs pos="100000">
                <a:srgbClr val="4BB0A0"/>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2;p2">
            <a:extLst>
              <a:ext uri="{FF2B5EF4-FFF2-40B4-BE49-F238E27FC236}">
                <a16:creationId xmlns:a16="http://schemas.microsoft.com/office/drawing/2014/main" id="{32DFD919-D29D-FC47-AD9F-0D1B2F5A8862}"/>
              </a:ext>
            </a:extLst>
          </p:cNvPr>
          <p:cNvSpPr/>
          <p:nvPr userDrawn="1"/>
        </p:nvSpPr>
        <p:spPr>
          <a:xfrm rot="10800000">
            <a:off x="5635486" y="3286358"/>
            <a:ext cx="6556513" cy="3571641"/>
          </a:xfrm>
          <a:custGeom>
            <a:avLst/>
            <a:gdLst/>
            <a:ahLst/>
            <a:cxnLst/>
            <a:rect l="l" t="t" r="r" b="b"/>
            <a:pathLst>
              <a:path w="106741" h="62325" extrusionOk="0">
                <a:moveTo>
                  <a:pt x="106740" y="0"/>
                </a:moveTo>
                <a:lnTo>
                  <a:pt x="1" y="83"/>
                </a:lnTo>
                <a:lnTo>
                  <a:pt x="1" y="61346"/>
                </a:lnTo>
                <a:cubicBezTo>
                  <a:pt x="1" y="61346"/>
                  <a:pt x="3546" y="62324"/>
                  <a:pt x="8431" y="62324"/>
                </a:cubicBezTo>
                <a:cubicBezTo>
                  <a:pt x="17345" y="62324"/>
                  <a:pt x="30721" y="59067"/>
                  <a:pt x="35169" y="40668"/>
                </a:cubicBezTo>
                <a:cubicBezTo>
                  <a:pt x="39815" y="21454"/>
                  <a:pt x="48059" y="15875"/>
                  <a:pt x="55684" y="15875"/>
                </a:cubicBezTo>
                <a:cubicBezTo>
                  <a:pt x="59361" y="15875"/>
                  <a:pt x="62895" y="17173"/>
                  <a:pt x="65811" y="18864"/>
                </a:cubicBezTo>
                <a:cubicBezTo>
                  <a:pt x="71333" y="22067"/>
                  <a:pt x="77411" y="23685"/>
                  <a:pt x="83155" y="23685"/>
                </a:cubicBezTo>
                <a:cubicBezTo>
                  <a:pt x="95750" y="23685"/>
                  <a:pt x="106740" y="15906"/>
                  <a:pt x="106740" y="0"/>
                </a:cubicBezTo>
                <a:close/>
              </a:path>
            </a:pathLst>
          </a:custGeom>
          <a:gradFill>
            <a:gsLst>
              <a:gs pos="0">
                <a:srgbClr val="4BB0A0"/>
              </a:gs>
              <a:gs pos="100000">
                <a:srgbClr val="52AEE1"/>
              </a:gs>
            </a:gsLst>
            <a:lin ang="2698631" scaled="0"/>
          </a:gradFill>
          <a:ln>
            <a:noFill/>
          </a:ln>
        </p:spPr>
        <p:txBody>
          <a:bodyPr spcFirstLastPara="1" wrap="square" lIns="91425" tIns="91425" rIns="91425" bIns="91425" anchor="ctr" anchorCtr="0">
            <a:noAutofit/>
          </a:bodyPr>
          <a:lstStyle/>
          <a:p>
            <a:pPr lvl="0" indent="0">
              <a:spcBef>
                <a:spcPts val="0"/>
              </a:spcBef>
              <a:spcAft>
                <a:spcPts val="0"/>
              </a:spcAft>
              <a:buNone/>
            </a:pPr>
            <a:endParaRPr dirty="0"/>
          </a:p>
        </p:txBody>
      </p:sp>
      <p:sp>
        <p:nvSpPr>
          <p:cNvPr id="119" name="Google Shape;13;p2">
            <a:extLst>
              <a:ext uri="{FF2B5EF4-FFF2-40B4-BE49-F238E27FC236}">
                <a16:creationId xmlns:a16="http://schemas.microsoft.com/office/drawing/2014/main" id="{42C43ECF-BBCB-1C42-93A8-68CF3572DDB9}"/>
              </a:ext>
            </a:extLst>
          </p:cNvPr>
          <p:cNvSpPr txBox="1">
            <a:spLocks noGrp="1"/>
          </p:cNvSpPr>
          <p:nvPr>
            <p:ph type="ctrTitle"/>
          </p:nvPr>
        </p:nvSpPr>
        <p:spPr>
          <a:xfrm>
            <a:off x="703254" y="1780334"/>
            <a:ext cx="7009510" cy="3591827"/>
          </a:xfrm>
          <a:prstGeom prst="rect">
            <a:avLst/>
          </a:prstGeom>
          <a:noFill/>
        </p:spPr>
        <p:txBody>
          <a:bodyPr spcFirstLastPara="1" wrap="square" lIns="91425" tIns="91425" rIns="91425" bIns="91425" anchor="t" anchorCtr="0">
            <a:noAutofit/>
          </a:bodyPr>
          <a:lstStyle>
            <a:lvl1pPr lvl="0">
              <a:spcBef>
                <a:spcPts val="0"/>
              </a:spcBef>
              <a:spcAft>
                <a:spcPts val="0"/>
              </a:spcAft>
              <a:buSzPts val="5200"/>
              <a:buNone/>
              <a:defRPr sz="5200" b="1"/>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dirty="0"/>
          </a:p>
        </p:txBody>
      </p:sp>
      <p:sp>
        <p:nvSpPr>
          <p:cNvPr id="120" name="Google Shape;14;p2">
            <a:extLst>
              <a:ext uri="{FF2B5EF4-FFF2-40B4-BE49-F238E27FC236}">
                <a16:creationId xmlns:a16="http://schemas.microsoft.com/office/drawing/2014/main" id="{5AF3B145-1035-874A-A46A-1DC2137AFDAB}"/>
              </a:ext>
            </a:extLst>
          </p:cNvPr>
          <p:cNvSpPr txBox="1">
            <a:spLocks noGrp="1"/>
          </p:cNvSpPr>
          <p:nvPr>
            <p:ph type="subTitle" idx="1"/>
          </p:nvPr>
        </p:nvSpPr>
        <p:spPr>
          <a:xfrm>
            <a:off x="8202127" y="5077666"/>
            <a:ext cx="3268457" cy="1072418"/>
          </a:xfrm>
          <a:prstGeom prst="rect">
            <a:avLst/>
          </a:prstGeom>
          <a:noFill/>
        </p:spPr>
        <p:txBody>
          <a:bodyPr spcFirstLastPara="1" wrap="square" lIns="91425" tIns="91425" rIns="91425" bIns="91425" anchor="t" anchorCtr="0">
            <a:noAutofit/>
          </a:bodyPr>
          <a:lstStyle>
            <a:lvl1pPr lvl="0" algn="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dirty="0"/>
          </a:p>
        </p:txBody>
      </p:sp>
      <p:cxnSp>
        <p:nvCxnSpPr>
          <p:cNvPr id="121" name="Google Shape;183;p28">
            <a:extLst>
              <a:ext uri="{FF2B5EF4-FFF2-40B4-BE49-F238E27FC236}">
                <a16:creationId xmlns:a16="http://schemas.microsoft.com/office/drawing/2014/main" id="{FF7B25AF-63DA-4A4A-BE7C-3EEF77663F0C}"/>
              </a:ext>
            </a:extLst>
          </p:cNvPr>
          <p:cNvCxnSpPr/>
          <p:nvPr userDrawn="1"/>
        </p:nvCxnSpPr>
        <p:spPr>
          <a:xfrm>
            <a:off x="708848" y="662121"/>
            <a:ext cx="0" cy="872100"/>
          </a:xfrm>
          <a:prstGeom prst="straightConnector1">
            <a:avLst/>
          </a:prstGeom>
          <a:noFill/>
          <a:ln w="19050" cap="flat" cmpd="sng">
            <a:solidFill>
              <a:srgbClr val="FFFFFF"/>
            </a:solidFill>
            <a:prstDash val="solid"/>
            <a:round/>
            <a:headEnd type="none" w="med" len="med"/>
            <a:tailEnd type="none" w="med" len="med"/>
          </a:ln>
        </p:spPr>
      </p:cxnSp>
    </p:spTree>
    <p:extLst>
      <p:ext uri="{BB962C8B-B14F-4D97-AF65-F5344CB8AC3E}">
        <p14:creationId xmlns:p14="http://schemas.microsoft.com/office/powerpoint/2010/main" val="228255152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목차">
    <p:spTree>
      <p:nvGrpSpPr>
        <p:cNvPr id="1" name=""/>
        <p:cNvGrpSpPr/>
        <p:nvPr/>
      </p:nvGrpSpPr>
      <p:grpSpPr>
        <a:xfrm>
          <a:off x="0" y="0"/>
          <a:ext cx="0" cy="0"/>
          <a:chOff x="0" y="0"/>
          <a:chExt cx="0" cy="0"/>
        </a:xfrm>
      </p:grpSpPr>
      <p:sp>
        <p:nvSpPr>
          <p:cNvPr id="12" name="Google Shape;12;p2">
            <a:extLst>
              <a:ext uri="{FF2B5EF4-FFF2-40B4-BE49-F238E27FC236}">
                <a16:creationId xmlns:a16="http://schemas.microsoft.com/office/drawing/2014/main" id="{3DCB54EF-6F8F-C14C-AEAB-339A6ADFE958}"/>
              </a:ext>
            </a:extLst>
          </p:cNvPr>
          <p:cNvSpPr/>
          <p:nvPr userDrawn="1"/>
        </p:nvSpPr>
        <p:spPr>
          <a:xfrm>
            <a:off x="-9939" y="-19878"/>
            <a:ext cx="1402629" cy="671349"/>
          </a:xfrm>
          <a:custGeom>
            <a:avLst/>
            <a:gdLst/>
            <a:ahLst/>
            <a:cxnLst/>
            <a:rect l="l" t="t" r="r" b="b"/>
            <a:pathLst>
              <a:path w="106741" h="62325" extrusionOk="0">
                <a:moveTo>
                  <a:pt x="106740" y="0"/>
                </a:moveTo>
                <a:lnTo>
                  <a:pt x="1" y="83"/>
                </a:lnTo>
                <a:lnTo>
                  <a:pt x="1" y="61346"/>
                </a:lnTo>
                <a:cubicBezTo>
                  <a:pt x="1" y="61346"/>
                  <a:pt x="3546" y="62324"/>
                  <a:pt x="8431" y="62324"/>
                </a:cubicBezTo>
                <a:cubicBezTo>
                  <a:pt x="17345" y="62324"/>
                  <a:pt x="30721" y="59067"/>
                  <a:pt x="35169" y="40668"/>
                </a:cubicBezTo>
                <a:cubicBezTo>
                  <a:pt x="39815" y="21454"/>
                  <a:pt x="48059" y="15875"/>
                  <a:pt x="55684" y="15875"/>
                </a:cubicBezTo>
                <a:cubicBezTo>
                  <a:pt x="59361" y="15875"/>
                  <a:pt x="62895" y="17173"/>
                  <a:pt x="65811" y="18864"/>
                </a:cubicBezTo>
                <a:cubicBezTo>
                  <a:pt x="71333" y="22067"/>
                  <a:pt x="77411" y="23685"/>
                  <a:pt x="83155" y="23685"/>
                </a:cubicBezTo>
                <a:cubicBezTo>
                  <a:pt x="95750" y="23685"/>
                  <a:pt x="106740" y="15906"/>
                  <a:pt x="106740" y="0"/>
                </a:cubicBezTo>
                <a:close/>
              </a:path>
            </a:pathLst>
          </a:custGeom>
          <a:gradFill>
            <a:gsLst>
              <a:gs pos="0">
                <a:srgbClr val="4BB0A0"/>
              </a:gs>
              <a:gs pos="100000">
                <a:srgbClr val="52AEE1"/>
              </a:gs>
            </a:gsLst>
            <a:lin ang="2698631" scaled="0"/>
          </a:gradFill>
          <a:ln>
            <a:noFill/>
          </a:ln>
        </p:spPr>
        <p:txBody>
          <a:bodyPr spcFirstLastPara="1" wrap="square" lIns="91425" tIns="91425" rIns="91425" bIns="91425" anchor="ctr" anchorCtr="0">
            <a:noAutofit/>
          </a:bodyPr>
          <a:lstStyle/>
          <a:p>
            <a:pPr lvl="0" indent="0">
              <a:spcBef>
                <a:spcPts val="0"/>
              </a:spcBef>
              <a:spcAft>
                <a:spcPts val="0"/>
              </a:spcAft>
              <a:buNone/>
            </a:pPr>
            <a:endParaRPr dirty="0"/>
          </a:p>
        </p:txBody>
      </p:sp>
      <p:sp>
        <p:nvSpPr>
          <p:cNvPr id="3" name="텍스트 개체 틀 2"/>
          <p:cNvSpPr>
            <a:spLocks noGrp="1"/>
          </p:cNvSpPr>
          <p:nvPr>
            <p:ph type="body" sz="quarter" idx="10" hasCustomPrompt="1"/>
          </p:nvPr>
        </p:nvSpPr>
        <p:spPr>
          <a:xfrm>
            <a:off x="4632325" y="3242853"/>
            <a:ext cx="7559675" cy="703262"/>
          </a:xfrm>
        </p:spPr>
        <p:txBody>
          <a:bodyPr lIns="0" tIns="0" rIns="0" bIns="0" anchor="ctr" anchorCtr="0">
            <a:noAutofit/>
          </a:bodyPr>
          <a:lstStyle>
            <a:lvl1pPr marL="0" indent="0">
              <a:buNone/>
              <a:defRPr sz="2800">
                <a:solidFill>
                  <a:schemeClr val="tx1"/>
                </a:solidFill>
                <a:latin typeface="맑은 고딕" pitchFamily="50" charset="-127"/>
                <a:ea typeface="맑은 고딕" pitchFamily="50" charset="-127"/>
              </a:defRPr>
            </a:lvl1pPr>
            <a:lvl2pPr marL="457200" indent="0">
              <a:buNone/>
              <a:defRPr sz="3600"/>
            </a:lvl2pPr>
            <a:lvl3pPr marL="914400" indent="0">
              <a:buNone/>
              <a:defRPr sz="3600"/>
            </a:lvl3pPr>
            <a:lvl4pPr marL="1371600" indent="0">
              <a:buNone/>
              <a:defRPr sz="3600"/>
            </a:lvl4pPr>
            <a:lvl5pPr marL="1828800" indent="0">
              <a:buNone/>
              <a:defRPr sz="3600"/>
            </a:lvl5pPr>
          </a:lstStyle>
          <a:p>
            <a:pPr lvl="0"/>
            <a:r>
              <a:rPr lang="ko-KR" altLang="en-US" dirty="0"/>
              <a:t>목차 내용 입력하세요</a:t>
            </a:r>
            <a:r>
              <a:rPr lang="en-US" altLang="ko-KR" dirty="0"/>
              <a:t>.</a:t>
            </a:r>
            <a:endParaRPr lang="ko-KR" altLang="en-US" dirty="0"/>
          </a:p>
        </p:txBody>
      </p:sp>
      <p:sp>
        <p:nvSpPr>
          <p:cNvPr id="16" name="텍스트 개체 틀 2"/>
          <p:cNvSpPr>
            <a:spLocks noGrp="1"/>
          </p:cNvSpPr>
          <p:nvPr>
            <p:ph type="body" sz="quarter" idx="11" hasCustomPrompt="1"/>
          </p:nvPr>
        </p:nvSpPr>
        <p:spPr>
          <a:xfrm>
            <a:off x="4632324" y="4074122"/>
            <a:ext cx="7559675" cy="703262"/>
          </a:xfrm>
        </p:spPr>
        <p:txBody>
          <a:bodyPr lIns="0" tIns="0" rIns="0" bIns="0" anchor="ctr" anchorCtr="0">
            <a:noAutofit/>
          </a:bodyPr>
          <a:lstStyle>
            <a:lvl1pPr marL="0" indent="0">
              <a:buNone/>
              <a:defRPr sz="2800">
                <a:solidFill>
                  <a:schemeClr val="tx1"/>
                </a:solidFill>
                <a:latin typeface="맑은 고딕" pitchFamily="50" charset="-127"/>
                <a:ea typeface="맑은 고딕" pitchFamily="50" charset="-127"/>
              </a:defRPr>
            </a:lvl1pPr>
            <a:lvl2pPr marL="457200" indent="0">
              <a:buNone/>
              <a:defRPr sz="3600"/>
            </a:lvl2pPr>
            <a:lvl3pPr marL="914400" indent="0">
              <a:buNone/>
              <a:defRPr sz="3600"/>
            </a:lvl3pPr>
            <a:lvl4pPr marL="1371600" indent="0">
              <a:buNone/>
              <a:defRPr sz="3600"/>
            </a:lvl4pPr>
            <a:lvl5pPr marL="1828800" indent="0">
              <a:buNone/>
              <a:defRPr sz="3600"/>
            </a:lvl5pPr>
          </a:lstStyle>
          <a:p>
            <a:pPr lvl="0"/>
            <a:r>
              <a:rPr lang="ko-KR" altLang="en-US"/>
              <a:t>목차 내용 입력하세요</a:t>
            </a:r>
            <a:r>
              <a:rPr lang="en-US" altLang="ko-KR"/>
              <a:t>.</a:t>
            </a:r>
            <a:endParaRPr lang="ko-KR" altLang="en-US"/>
          </a:p>
        </p:txBody>
      </p:sp>
      <p:sp>
        <p:nvSpPr>
          <p:cNvPr id="17" name="텍스트 개체 틀 2"/>
          <p:cNvSpPr>
            <a:spLocks noGrp="1"/>
          </p:cNvSpPr>
          <p:nvPr>
            <p:ph type="body" sz="quarter" idx="12" hasCustomPrompt="1"/>
          </p:nvPr>
        </p:nvSpPr>
        <p:spPr>
          <a:xfrm>
            <a:off x="4632323" y="4910800"/>
            <a:ext cx="7559675" cy="703262"/>
          </a:xfrm>
        </p:spPr>
        <p:txBody>
          <a:bodyPr lIns="0" tIns="0" rIns="0" bIns="0" anchor="ctr" anchorCtr="0">
            <a:noAutofit/>
          </a:bodyPr>
          <a:lstStyle>
            <a:lvl1pPr marL="0" indent="0">
              <a:buNone/>
              <a:defRPr sz="2800">
                <a:solidFill>
                  <a:schemeClr val="tx1"/>
                </a:solidFill>
                <a:latin typeface="맑은 고딕" pitchFamily="50" charset="-127"/>
                <a:ea typeface="맑은 고딕" pitchFamily="50" charset="-127"/>
              </a:defRPr>
            </a:lvl1pPr>
            <a:lvl2pPr marL="457200" indent="0">
              <a:buNone/>
              <a:defRPr sz="3600"/>
            </a:lvl2pPr>
            <a:lvl3pPr marL="914400" indent="0">
              <a:buNone/>
              <a:defRPr sz="3600"/>
            </a:lvl3pPr>
            <a:lvl4pPr marL="1371600" indent="0">
              <a:buNone/>
              <a:defRPr sz="3600"/>
            </a:lvl4pPr>
            <a:lvl5pPr marL="1828800" indent="0">
              <a:buNone/>
              <a:defRPr sz="3600"/>
            </a:lvl5pPr>
          </a:lstStyle>
          <a:p>
            <a:pPr lvl="0"/>
            <a:r>
              <a:rPr lang="ko-KR" altLang="en-US" dirty="0"/>
              <a:t>목차 내용 입력하세요</a:t>
            </a:r>
            <a:r>
              <a:rPr lang="en-US" altLang="ko-KR" dirty="0"/>
              <a:t>.</a:t>
            </a:r>
            <a:endParaRPr lang="ko-KR" altLang="en-US" dirty="0"/>
          </a:p>
        </p:txBody>
      </p:sp>
      <p:sp>
        <p:nvSpPr>
          <p:cNvPr id="13" name="Google Shape;10;p2">
            <a:extLst>
              <a:ext uri="{FF2B5EF4-FFF2-40B4-BE49-F238E27FC236}">
                <a16:creationId xmlns:a16="http://schemas.microsoft.com/office/drawing/2014/main" id="{9C20880E-B3DE-A94F-9214-F288AB8F2288}"/>
              </a:ext>
            </a:extLst>
          </p:cNvPr>
          <p:cNvSpPr/>
          <p:nvPr userDrawn="1"/>
        </p:nvSpPr>
        <p:spPr>
          <a:xfrm>
            <a:off x="10555357" y="5655364"/>
            <a:ext cx="1648441" cy="1209683"/>
          </a:xfrm>
          <a:custGeom>
            <a:avLst/>
            <a:gdLst/>
            <a:ahLst/>
            <a:cxnLst/>
            <a:rect l="l" t="t" r="r" b="b"/>
            <a:pathLst>
              <a:path w="113764" h="66545" extrusionOk="0">
                <a:moveTo>
                  <a:pt x="113763" y="1"/>
                </a:moveTo>
                <a:cubicBezTo>
                  <a:pt x="113763" y="1"/>
                  <a:pt x="94363" y="5103"/>
                  <a:pt x="77775" y="33272"/>
                </a:cubicBezTo>
                <a:cubicBezTo>
                  <a:pt x="67864" y="50104"/>
                  <a:pt x="57286" y="53491"/>
                  <a:pt x="45819" y="53491"/>
                </a:cubicBezTo>
                <a:cubicBezTo>
                  <a:pt x="38095" y="53491"/>
                  <a:pt x="29967" y="51954"/>
                  <a:pt x="21367" y="51954"/>
                </a:cubicBezTo>
                <a:cubicBezTo>
                  <a:pt x="0" y="51954"/>
                  <a:pt x="792" y="66545"/>
                  <a:pt x="792" y="66545"/>
                </a:cubicBezTo>
                <a:lnTo>
                  <a:pt x="113763" y="66545"/>
                </a:lnTo>
                <a:lnTo>
                  <a:pt x="113763" y="1"/>
                </a:lnTo>
                <a:close/>
              </a:path>
            </a:pathLst>
          </a:custGeom>
          <a:gradFill>
            <a:gsLst>
              <a:gs pos="0">
                <a:srgbClr val="4BB0A0"/>
              </a:gs>
              <a:gs pos="100000">
                <a:srgbClr val="4BB0A0"/>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1530;p73">
            <a:extLst>
              <a:ext uri="{FF2B5EF4-FFF2-40B4-BE49-F238E27FC236}">
                <a16:creationId xmlns:a16="http://schemas.microsoft.com/office/drawing/2014/main" id="{C53AD8B5-FE39-6A42-9005-EC4F1FB81112}"/>
              </a:ext>
            </a:extLst>
          </p:cNvPr>
          <p:cNvGrpSpPr/>
          <p:nvPr userDrawn="1"/>
        </p:nvGrpSpPr>
        <p:grpSpPr>
          <a:xfrm>
            <a:off x="11568567" y="267121"/>
            <a:ext cx="320022" cy="359778"/>
            <a:chOff x="3567553" y="1499912"/>
            <a:chExt cx="320022" cy="359778"/>
          </a:xfrm>
          <a:solidFill>
            <a:srgbClr val="4BB0A0"/>
          </a:solidFill>
        </p:grpSpPr>
        <p:sp>
          <p:nvSpPr>
            <p:cNvPr id="18" name="Google Shape;11531;p73">
              <a:extLst>
                <a:ext uri="{FF2B5EF4-FFF2-40B4-BE49-F238E27FC236}">
                  <a16:creationId xmlns:a16="http://schemas.microsoft.com/office/drawing/2014/main" id="{0F0D93FF-7196-E64A-BC21-F016A3016471}"/>
                </a:ext>
              </a:extLst>
            </p:cNvPr>
            <p:cNvSpPr/>
            <p:nvPr/>
          </p:nvSpPr>
          <p:spPr>
            <a:xfrm>
              <a:off x="3567553" y="1502933"/>
              <a:ext cx="263218" cy="356757"/>
            </a:xfrm>
            <a:custGeom>
              <a:avLst/>
              <a:gdLst/>
              <a:ahLst/>
              <a:cxnLst/>
              <a:rect l="l" t="t" r="r" b="b"/>
              <a:pathLst>
                <a:path w="8276" h="11217" extrusionOk="0">
                  <a:moveTo>
                    <a:pt x="1738" y="0"/>
                  </a:moveTo>
                  <a:cubicBezTo>
                    <a:pt x="1718" y="0"/>
                    <a:pt x="1698" y="4"/>
                    <a:pt x="1679" y="12"/>
                  </a:cubicBezTo>
                  <a:cubicBezTo>
                    <a:pt x="1227" y="179"/>
                    <a:pt x="905" y="632"/>
                    <a:pt x="905" y="1120"/>
                  </a:cubicBezTo>
                  <a:lnTo>
                    <a:pt x="905" y="8275"/>
                  </a:lnTo>
                  <a:lnTo>
                    <a:pt x="167" y="8275"/>
                  </a:lnTo>
                  <a:cubicBezTo>
                    <a:pt x="72" y="8275"/>
                    <a:pt x="1" y="8359"/>
                    <a:pt x="1" y="8442"/>
                  </a:cubicBezTo>
                  <a:lnTo>
                    <a:pt x="1" y="10145"/>
                  </a:lnTo>
                  <a:cubicBezTo>
                    <a:pt x="1" y="10716"/>
                    <a:pt x="477" y="11216"/>
                    <a:pt x="1072" y="11216"/>
                  </a:cubicBezTo>
                  <a:lnTo>
                    <a:pt x="7156" y="11216"/>
                  </a:lnTo>
                  <a:cubicBezTo>
                    <a:pt x="7775" y="11216"/>
                    <a:pt x="8275" y="10716"/>
                    <a:pt x="8275" y="10097"/>
                  </a:cubicBezTo>
                  <a:lnTo>
                    <a:pt x="8275" y="4930"/>
                  </a:lnTo>
                  <a:cubicBezTo>
                    <a:pt x="8252" y="4835"/>
                    <a:pt x="8168" y="4751"/>
                    <a:pt x="8073" y="4751"/>
                  </a:cubicBezTo>
                  <a:cubicBezTo>
                    <a:pt x="7978" y="4751"/>
                    <a:pt x="7906" y="4835"/>
                    <a:pt x="7906" y="4918"/>
                  </a:cubicBezTo>
                  <a:lnTo>
                    <a:pt x="7906" y="10085"/>
                  </a:lnTo>
                  <a:cubicBezTo>
                    <a:pt x="7906" y="10514"/>
                    <a:pt x="7561" y="10859"/>
                    <a:pt x="7132" y="10859"/>
                  </a:cubicBezTo>
                  <a:lnTo>
                    <a:pt x="7061" y="10859"/>
                  </a:lnTo>
                  <a:cubicBezTo>
                    <a:pt x="6680" y="10811"/>
                    <a:pt x="6406" y="10502"/>
                    <a:pt x="6406" y="10133"/>
                  </a:cubicBezTo>
                  <a:lnTo>
                    <a:pt x="6406" y="9609"/>
                  </a:lnTo>
                  <a:cubicBezTo>
                    <a:pt x="6406" y="9514"/>
                    <a:pt x="6323" y="9442"/>
                    <a:pt x="6239" y="9442"/>
                  </a:cubicBezTo>
                  <a:cubicBezTo>
                    <a:pt x="6144" y="9442"/>
                    <a:pt x="6073" y="9514"/>
                    <a:pt x="6073" y="9609"/>
                  </a:cubicBezTo>
                  <a:lnTo>
                    <a:pt x="6073" y="10133"/>
                  </a:lnTo>
                  <a:cubicBezTo>
                    <a:pt x="6073" y="10407"/>
                    <a:pt x="6180" y="10680"/>
                    <a:pt x="6370" y="10871"/>
                  </a:cubicBezTo>
                  <a:cubicBezTo>
                    <a:pt x="3459" y="10871"/>
                    <a:pt x="2120" y="10874"/>
                    <a:pt x="1492" y="10874"/>
                  </a:cubicBezTo>
                  <a:cubicBezTo>
                    <a:pt x="864" y="10874"/>
                    <a:pt x="947" y="10871"/>
                    <a:pt x="882" y="10859"/>
                  </a:cubicBezTo>
                  <a:cubicBezTo>
                    <a:pt x="548" y="10788"/>
                    <a:pt x="298" y="10490"/>
                    <a:pt x="298" y="10145"/>
                  </a:cubicBezTo>
                  <a:lnTo>
                    <a:pt x="298" y="8609"/>
                  </a:lnTo>
                  <a:lnTo>
                    <a:pt x="6073" y="8609"/>
                  </a:lnTo>
                  <a:lnTo>
                    <a:pt x="6073" y="8954"/>
                  </a:lnTo>
                  <a:cubicBezTo>
                    <a:pt x="6073" y="9037"/>
                    <a:pt x="6144" y="9121"/>
                    <a:pt x="6239" y="9121"/>
                  </a:cubicBezTo>
                  <a:cubicBezTo>
                    <a:pt x="6323" y="9121"/>
                    <a:pt x="6406" y="9037"/>
                    <a:pt x="6406" y="8954"/>
                  </a:cubicBezTo>
                  <a:lnTo>
                    <a:pt x="6406" y="8442"/>
                  </a:lnTo>
                  <a:cubicBezTo>
                    <a:pt x="6406" y="8359"/>
                    <a:pt x="6323" y="8275"/>
                    <a:pt x="6239" y="8275"/>
                  </a:cubicBezTo>
                  <a:lnTo>
                    <a:pt x="1227" y="8275"/>
                  </a:lnTo>
                  <a:lnTo>
                    <a:pt x="1227" y="1120"/>
                  </a:lnTo>
                  <a:cubicBezTo>
                    <a:pt x="1227" y="763"/>
                    <a:pt x="1441" y="441"/>
                    <a:pt x="1786" y="322"/>
                  </a:cubicBezTo>
                  <a:cubicBezTo>
                    <a:pt x="1882" y="286"/>
                    <a:pt x="1917" y="179"/>
                    <a:pt x="1894" y="108"/>
                  </a:cubicBezTo>
                  <a:cubicBezTo>
                    <a:pt x="1866" y="44"/>
                    <a:pt x="1803" y="0"/>
                    <a:pt x="17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1532;p73">
              <a:extLst>
                <a:ext uri="{FF2B5EF4-FFF2-40B4-BE49-F238E27FC236}">
                  <a16:creationId xmlns:a16="http://schemas.microsoft.com/office/drawing/2014/main" id="{10A6EBD0-21AA-BE4F-B25E-B9EBF7C939C3}"/>
                </a:ext>
              </a:extLst>
            </p:cNvPr>
            <p:cNvSpPr/>
            <p:nvPr/>
          </p:nvSpPr>
          <p:spPr>
            <a:xfrm>
              <a:off x="3638001" y="1499912"/>
              <a:ext cx="249574" cy="142773"/>
            </a:xfrm>
            <a:custGeom>
              <a:avLst/>
              <a:gdLst/>
              <a:ahLst/>
              <a:cxnLst/>
              <a:rect l="l" t="t" r="r" b="b"/>
              <a:pathLst>
                <a:path w="7847" h="4489" extrusionOk="0">
                  <a:moveTo>
                    <a:pt x="6787" y="322"/>
                  </a:moveTo>
                  <a:cubicBezTo>
                    <a:pt x="7191" y="322"/>
                    <a:pt x="7537" y="655"/>
                    <a:pt x="7537" y="1072"/>
                  </a:cubicBezTo>
                  <a:lnTo>
                    <a:pt x="7525" y="2608"/>
                  </a:lnTo>
                  <a:lnTo>
                    <a:pt x="6037" y="2608"/>
                  </a:lnTo>
                  <a:lnTo>
                    <a:pt x="6037" y="1417"/>
                  </a:lnTo>
                  <a:lnTo>
                    <a:pt x="6037" y="1072"/>
                  </a:lnTo>
                  <a:cubicBezTo>
                    <a:pt x="6037" y="643"/>
                    <a:pt x="6370" y="322"/>
                    <a:pt x="6775" y="322"/>
                  </a:cubicBezTo>
                  <a:close/>
                  <a:moveTo>
                    <a:pt x="167" y="0"/>
                  </a:moveTo>
                  <a:cubicBezTo>
                    <a:pt x="83" y="0"/>
                    <a:pt x="0" y="72"/>
                    <a:pt x="0" y="167"/>
                  </a:cubicBezTo>
                  <a:cubicBezTo>
                    <a:pt x="0" y="250"/>
                    <a:pt x="83" y="322"/>
                    <a:pt x="167" y="322"/>
                  </a:cubicBezTo>
                  <a:lnTo>
                    <a:pt x="5989" y="322"/>
                  </a:lnTo>
                  <a:cubicBezTo>
                    <a:pt x="5894" y="417"/>
                    <a:pt x="5810" y="548"/>
                    <a:pt x="5763" y="667"/>
                  </a:cubicBezTo>
                  <a:cubicBezTo>
                    <a:pt x="5715" y="798"/>
                    <a:pt x="5691" y="917"/>
                    <a:pt x="5691" y="1060"/>
                  </a:cubicBezTo>
                  <a:lnTo>
                    <a:pt x="5691" y="1393"/>
                  </a:lnTo>
                  <a:lnTo>
                    <a:pt x="5691" y="4334"/>
                  </a:lnTo>
                  <a:cubicBezTo>
                    <a:pt x="5691" y="4418"/>
                    <a:pt x="5763" y="4489"/>
                    <a:pt x="5858" y="4489"/>
                  </a:cubicBezTo>
                  <a:cubicBezTo>
                    <a:pt x="5941" y="4489"/>
                    <a:pt x="6013" y="4418"/>
                    <a:pt x="6013" y="4334"/>
                  </a:cubicBezTo>
                  <a:lnTo>
                    <a:pt x="6013" y="2929"/>
                  </a:lnTo>
                  <a:lnTo>
                    <a:pt x="7668" y="2929"/>
                  </a:lnTo>
                  <a:cubicBezTo>
                    <a:pt x="7763" y="2929"/>
                    <a:pt x="7834" y="2858"/>
                    <a:pt x="7834" y="2763"/>
                  </a:cubicBezTo>
                  <a:lnTo>
                    <a:pt x="7834" y="1072"/>
                  </a:lnTo>
                  <a:cubicBezTo>
                    <a:pt x="7846" y="488"/>
                    <a:pt x="7370" y="0"/>
                    <a:pt x="67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1533;p73">
              <a:extLst>
                <a:ext uri="{FF2B5EF4-FFF2-40B4-BE49-F238E27FC236}">
                  <a16:creationId xmlns:a16="http://schemas.microsoft.com/office/drawing/2014/main" id="{E593C3FB-9816-9C4E-A8CE-F5E3D23AAB7D}"/>
                </a:ext>
              </a:extLst>
            </p:cNvPr>
            <p:cNvSpPr/>
            <p:nvPr/>
          </p:nvSpPr>
          <p:spPr>
            <a:xfrm>
              <a:off x="3641786" y="1594563"/>
              <a:ext cx="141659" cy="10273"/>
            </a:xfrm>
            <a:custGeom>
              <a:avLst/>
              <a:gdLst/>
              <a:ahLst/>
              <a:cxnLst/>
              <a:rect l="l" t="t" r="r" b="b"/>
              <a:pathLst>
                <a:path w="4454" h="323" extrusionOk="0">
                  <a:moveTo>
                    <a:pt x="167" y="1"/>
                  </a:moveTo>
                  <a:cubicBezTo>
                    <a:pt x="72" y="1"/>
                    <a:pt x="0" y="72"/>
                    <a:pt x="0" y="168"/>
                  </a:cubicBezTo>
                  <a:cubicBezTo>
                    <a:pt x="0" y="251"/>
                    <a:pt x="72" y="322"/>
                    <a:pt x="167" y="322"/>
                  </a:cubicBezTo>
                  <a:lnTo>
                    <a:pt x="4286" y="322"/>
                  </a:lnTo>
                  <a:cubicBezTo>
                    <a:pt x="4382" y="322"/>
                    <a:pt x="4453" y="251"/>
                    <a:pt x="4453" y="168"/>
                  </a:cubicBezTo>
                  <a:cubicBezTo>
                    <a:pt x="4453" y="72"/>
                    <a:pt x="4382" y="1"/>
                    <a:pt x="42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1534;p73">
              <a:extLst>
                <a:ext uri="{FF2B5EF4-FFF2-40B4-BE49-F238E27FC236}">
                  <a16:creationId xmlns:a16="http://schemas.microsoft.com/office/drawing/2014/main" id="{751E997F-17D4-3240-BBFB-AD0DA992726B}"/>
                </a:ext>
              </a:extLst>
            </p:cNvPr>
            <p:cNvSpPr/>
            <p:nvPr/>
          </p:nvSpPr>
          <p:spPr>
            <a:xfrm>
              <a:off x="3641786" y="1638136"/>
              <a:ext cx="141659" cy="10241"/>
            </a:xfrm>
            <a:custGeom>
              <a:avLst/>
              <a:gdLst/>
              <a:ahLst/>
              <a:cxnLst/>
              <a:rect l="l" t="t" r="r" b="b"/>
              <a:pathLst>
                <a:path w="4454" h="322" extrusionOk="0">
                  <a:moveTo>
                    <a:pt x="167" y="0"/>
                  </a:moveTo>
                  <a:cubicBezTo>
                    <a:pt x="72" y="0"/>
                    <a:pt x="0" y="72"/>
                    <a:pt x="0" y="167"/>
                  </a:cubicBezTo>
                  <a:cubicBezTo>
                    <a:pt x="0" y="250"/>
                    <a:pt x="72" y="322"/>
                    <a:pt x="167" y="322"/>
                  </a:cubicBezTo>
                  <a:lnTo>
                    <a:pt x="4286" y="322"/>
                  </a:lnTo>
                  <a:cubicBezTo>
                    <a:pt x="4382" y="322"/>
                    <a:pt x="4453" y="250"/>
                    <a:pt x="4453" y="167"/>
                  </a:cubicBezTo>
                  <a:cubicBezTo>
                    <a:pt x="4453" y="72"/>
                    <a:pt x="4382" y="0"/>
                    <a:pt x="42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1535;p73">
              <a:extLst>
                <a:ext uri="{FF2B5EF4-FFF2-40B4-BE49-F238E27FC236}">
                  <a16:creationId xmlns:a16="http://schemas.microsoft.com/office/drawing/2014/main" id="{70D7634B-5347-1147-9507-F00A80D6AF28}"/>
                </a:ext>
              </a:extLst>
            </p:cNvPr>
            <p:cNvSpPr/>
            <p:nvPr/>
          </p:nvSpPr>
          <p:spPr>
            <a:xfrm>
              <a:off x="3641786" y="1682059"/>
              <a:ext cx="141659" cy="10623"/>
            </a:xfrm>
            <a:custGeom>
              <a:avLst/>
              <a:gdLst/>
              <a:ahLst/>
              <a:cxnLst/>
              <a:rect l="l" t="t" r="r" b="b"/>
              <a:pathLst>
                <a:path w="4454" h="334" extrusionOk="0">
                  <a:moveTo>
                    <a:pt x="167" y="0"/>
                  </a:moveTo>
                  <a:cubicBezTo>
                    <a:pt x="72" y="0"/>
                    <a:pt x="0" y="72"/>
                    <a:pt x="0" y="167"/>
                  </a:cubicBezTo>
                  <a:cubicBezTo>
                    <a:pt x="0" y="250"/>
                    <a:pt x="72" y="334"/>
                    <a:pt x="167" y="334"/>
                  </a:cubicBezTo>
                  <a:lnTo>
                    <a:pt x="4286" y="334"/>
                  </a:lnTo>
                  <a:cubicBezTo>
                    <a:pt x="4382" y="334"/>
                    <a:pt x="4453" y="250"/>
                    <a:pt x="4453" y="167"/>
                  </a:cubicBezTo>
                  <a:cubicBezTo>
                    <a:pt x="4453" y="72"/>
                    <a:pt x="4382" y="0"/>
                    <a:pt x="42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1536;p73">
              <a:extLst>
                <a:ext uri="{FF2B5EF4-FFF2-40B4-BE49-F238E27FC236}">
                  <a16:creationId xmlns:a16="http://schemas.microsoft.com/office/drawing/2014/main" id="{C9854E3F-9BBE-614D-B3B5-7F73F17A13CD}"/>
                </a:ext>
              </a:extLst>
            </p:cNvPr>
            <p:cNvSpPr/>
            <p:nvPr/>
          </p:nvSpPr>
          <p:spPr>
            <a:xfrm>
              <a:off x="3641786" y="1725600"/>
              <a:ext cx="141659" cy="10623"/>
            </a:xfrm>
            <a:custGeom>
              <a:avLst/>
              <a:gdLst/>
              <a:ahLst/>
              <a:cxnLst/>
              <a:rect l="l" t="t" r="r" b="b"/>
              <a:pathLst>
                <a:path w="4454" h="334" extrusionOk="0">
                  <a:moveTo>
                    <a:pt x="167" y="0"/>
                  </a:moveTo>
                  <a:cubicBezTo>
                    <a:pt x="72" y="0"/>
                    <a:pt x="0" y="72"/>
                    <a:pt x="0" y="167"/>
                  </a:cubicBezTo>
                  <a:cubicBezTo>
                    <a:pt x="0" y="250"/>
                    <a:pt x="72" y="334"/>
                    <a:pt x="167" y="334"/>
                  </a:cubicBezTo>
                  <a:lnTo>
                    <a:pt x="4286" y="334"/>
                  </a:lnTo>
                  <a:cubicBezTo>
                    <a:pt x="4382" y="334"/>
                    <a:pt x="4453" y="250"/>
                    <a:pt x="4453" y="167"/>
                  </a:cubicBezTo>
                  <a:cubicBezTo>
                    <a:pt x="4453" y="72"/>
                    <a:pt x="4382" y="0"/>
                    <a:pt x="42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 name="제목 24">
            <a:extLst>
              <a:ext uri="{FF2B5EF4-FFF2-40B4-BE49-F238E27FC236}">
                <a16:creationId xmlns:a16="http://schemas.microsoft.com/office/drawing/2014/main" id="{3A2259E1-D3D4-A445-8D39-5015AB031889}"/>
              </a:ext>
            </a:extLst>
          </p:cNvPr>
          <p:cNvSpPr>
            <a:spLocks noGrp="1"/>
          </p:cNvSpPr>
          <p:nvPr>
            <p:ph type="title"/>
          </p:nvPr>
        </p:nvSpPr>
        <p:spPr>
          <a:xfrm>
            <a:off x="487015" y="107957"/>
            <a:ext cx="11281052" cy="671349"/>
          </a:xfrm>
        </p:spPr>
        <p:txBody>
          <a:bodyPr>
            <a:normAutofit/>
          </a:bodyPr>
          <a:lstStyle>
            <a:lvl1pPr>
              <a:defRPr sz="3000" b="1">
                <a:solidFill>
                  <a:srgbClr val="F06436"/>
                </a:solidFill>
              </a:defRPr>
            </a:lvl1pPr>
          </a:lstStyle>
          <a:p>
            <a:r>
              <a:rPr lang="ko-KR" altLang="en-US" dirty="0"/>
              <a:t>마스터 제목 스타일 편집</a:t>
            </a:r>
            <a:endParaRPr lang="x-none" dirty="0"/>
          </a:p>
        </p:txBody>
      </p:sp>
    </p:spTree>
    <p:extLst>
      <p:ext uri="{BB962C8B-B14F-4D97-AF65-F5344CB8AC3E}">
        <p14:creationId xmlns:p14="http://schemas.microsoft.com/office/powerpoint/2010/main" val="10025690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간지">
    <p:spTree>
      <p:nvGrpSpPr>
        <p:cNvPr id="1" name=""/>
        <p:cNvGrpSpPr/>
        <p:nvPr/>
      </p:nvGrpSpPr>
      <p:grpSpPr>
        <a:xfrm>
          <a:off x="0" y="0"/>
          <a:ext cx="0" cy="0"/>
          <a:chOff x="0" y="0"/>
          <a:chExt cx="0" cy="0"/>
        </a:xfrm>
      </p:grpSpPr>
      <p:sp>
        <p:nvSpPr>
          <p:cNvPr id="3" name="텍스트 개체 틀 2"/>
          <p:cNvSpPr>
            <a:spLocks noGrp="1"/>
          </p:cNvSpPr>
          <p:nvPr>
            <p:ph type="body" sz="quarter" idx="10" hasCustomPrompt="1"/>
          </p:nvPr>
        </p:nvSpPr>
        <p:spPr>
          <a:xfrm>
            <a:off x="691375" y="2932204"/>
            <a:ext cx="10267121" cy="993592"/>
          </a:xfrm>
          <a:noFill/>
        </p:spPr>
        <p:txBody>
          <a:bodyPr wrap="none" lIns="0" tIns="0" rIns="0" bIns="0" anchor="ctr" anchorCtr="0">
            <a:noAutofit/>
          </a:bodyPr>
          <a:lstStyle>
            <a:lvl1pPr marL="0" indent="0">
              <a:buNone/>
              <a:defRPr sz="4800">
                <a:solidFill>
                  <a:srgbClr val="F06436"/>
                </a:solidFill>
              </a:defRPr>
            </a:lvl1pPr>
            <a:lvl2pPr marL="457200" indent="0">
              <a:buNone/>
              <a:defRPr sz="4000"/>
            </a:lvl2pPr>
            <a:lvl3pPr marL="914400" indent="0">
              <a:buNone/>
              <a:defRPr sz="4000"/>
            </a:lvl3pPr>
            <a:lvl4pPr marL="1371600" indent="0">
              <a:buNone/>
              <a:defRPr sz="4000"/>
            </a:lvl4pPr>
            <a:lvl5pPr marL="1828800" indent="0">
              <a:buNone/>
              <a:defRPr sz="4000"/>
            </a:lvl5pPr>
          </a:lstStyle>
          <a:p>
            <a:pPr lvl="0"/>
            <a:r>
              <a:rPr lang="ko-KR" altLang="en-US" dirty="0"/>
              <a:t>목차 내용을 입력하세요</a:t>
            </a:r>
            <a:r>
              <a:rPr lang="en-US" altLang="ko-KR" dirty="0"/>
              <a:t>.</a:t>
            </a:r>
            <a:endParaRPr lang="ko-KR" altLang="en-US" dirty="0"/>
          </a:p>
        </p:txBody>
      </p:sp>
      <p:sp>
        <p:nvSpPr>
          <p:cNvPr id="6" name="Google Shape;12;p2">
            <a:extLst>
              <a:ext uri="{FF2B5EF4-FFF2-40B4-BE49-F238E27FC236}">
                <a16:creationId xmlns:a16="http://schemas.microsoft.com/office/drawing/2014/main" id="{C0ABDC55-C9AE-1C41-A2A0-AA873EDB6BD8}"/>
              </a:ext>
            </a:extLst>
          </p:cNvPr>
          <p:cNvSpPr/>
          <p:nvPr userDrawn="1"/>
        </p:nvSpPr>
        <p:spPr>
          <a:xfrm>
            <a:off x="-9939" y="-19878"/>
            <a:ext cx="1402629" cy="671349"/>
          </a:xfrm>
          <a:custGeom>
            <a:avLst/>
            <a:gdLst/>
            <a:ahLst/>
            <a:cxnLst/>
            <a:rect l="l" t="t" r="r" b="b"/>
            <a:pathLst>
              <a:path w="106741" h="62325" extrusionOk="0">
                <a:moveTo>
                  <a:pt x="106740" y="0"/>
                </a:moveTo>
                <a:lnTo>
                  <a:pt x="1" y="83"/>
                </a:lnTo>
                <a:lnTo>
                  <a:pt x="1" y="61346"/>
                </a:lnTo>
                <a:cubicBezTo>
                  <a:pt x="1" y="61346"/>
                  <a:pt x="3546" y="62324"/>
                  <a:pt x="8431" y="62324"/>
                </a:cubicBezTo>
                <a:cubicBezTo>
                  <a:pt x="17345" y="62324"/>
                  <a:pt x="30721" y="59067"/>
                  <a:pt x="35169" y="40668"/>
                </a:cubicBezTo>
                <a:cubicBezTo>
                  <a:pt x="39815" y="21454"/>
                  <a:pt x="48059" y="15875"/>
                  <a:pt x="55684" y="15875"/>
                </a:cubicBezTo>
                <a:cubicBezTo>
                  <a:pt x="59361" y="15875"/>
                  <a:pt x="62895" y="17173"/>
                  <a:pt x="65811" y="18864"/>
                </a:cubicBezTo>
                <a:cubicBezTo>
                  <a:pt x="71333" y="22067"/>
                  <a:pt x="77411" y="23685"/>
                  <a:pt x="83155" y="23685"/>
                </a:cubicBezTo>
                <a:cubicBezTo>
                  <a:pt x="95750" y="23685"/>
                  <a:pt x="106740" y="15906"/>
                  <a:pt x="106740" y="0"/>
                </a:cubicBezTo>
                <a:close/>
              </a:path>
            </a:pathLst>
          </a:custGeom>
          <a:gradFill>
            <a:gsLst>
              <a:gs pos="0">
                <a:srgbClr val="4BB0A0"/>
              </a:gs>
              <a:gs pos="100000">
                <a:srgbClr val="52AEE1"/>
              </a:gs>
            </a:gsLst>
            <a:lin ang="2698631" scaled="0"/>
          </a:gradFill>
          <a:ln>
            <a:noFill/>
          </a:ln>
        </p:spPr>
        <p:txBody>
          <a:bodyPr spcFirstLastPara="1" wrap="square" lIns="91425" tIns="91425" rIns="91425" bIns="91425" anchor="ctr" anchorCtr="0">
            <a:noAutofit/>
          </a:bodyPr>
          <a:lstStyle/>
          <a:p>
            <a:pPr lvl="0" indent="0">
              <a:spcBef>
                <a:spcPts val="0"/>
              </a:spcBef>
              <a:spcAft>
                <a:spcPts val="0"/>
              </a:spcAft>
              <a:buNone/>
            </a:pPr>
            <a:endParaRPr dirty="0"/>
          </a:p>
        </p:txBody>
      </p:sp>
      <p:sp>
        <p:nvSpPr>
          <p:cNvPr id="7" name="Google Shape;10;p2">
            <a:extLst>
              <a:ext uri="{FF2B5EF4-FFF2-40B4-BE49-F238E27FC236}">
                <a16:creationId xmlns:a16="http://schemas.microsoft.com/office/drawing/2014/main" id="{28B67903-E1CF-534B-A2D3-E7597F24B72F}"/>
              </a:ext>
            </a:extLst>
          </p:cNvPr>
          <p:cNvSpPr/>
          <p:nvPr userDrawn="1"/>
        </p:nvSpPr>
        <p:spPr>
          <a:xfrm>
            <a:off x="10555357" y="5655364"/>
            <a:ext cx="1648441" cy="1209683"/>
          </a:xfrm>
          <a:custGeom>
            <a:avLst/>
            <a:gdLst/>
            <a:ahLst/>
            <a:cxnLst/>
            <a:rect l="l" t="t" r="r" b="b"/>
            <a:pathLst>
              <a:path w="113764" h="66545" extrusionOk="0">
                <a:moveTo>
                  <a:pt x="113763" y="1"/>
                </a:moveTo>
                <a:cubicBezTo>
                  <a:pt x="113763" y="1"/>
                  <a:pt x="94363" y="5103"/>
                  <a:pt x="77775" y="33272"/>
                </a:cubicBezTo>
                <a:cubicBezTo>
                  <a:pt x="67864" y="50104"/>
                  <a:pt x="57286" y="53491"/>
                  <a:pt x="45819" y="53491"/>
                </a:cubicBezTo>
                <a:cubicBezTo>
                  <a:pt x="38095" y="53491"/>
                  <a:pt x="29967" y="51954"/>
                  <a:pt x="21367" y="51954"/>
                </a:cubicBezTo>
                <a:cubicBezTo>
                  <a:pt x="0" y="51954"/>
                  <a:pt x="792" y="66545"/>
                  <a:pt x="792" y="66545"/>
                </a:cubicBezTo>
                <a:lnTo>
                  <a:pt x="113763" y="66545"/>
                </a:lnTo>
                <a:lnTo>
                  <a:pt x="113763" y="1"/>
                </a:lnTo>
                <a:close/>
              </a:path>
            </a:pathLst>
          </a:custGeom>
          <a:gradFill>
            <a:gsLst>
              <a:gs pos="0">
                <a:srgbClr val="4BB0A0"/>
              </a:gs>
              <a:gs pos="100000">
                <a:srgbClr val="4BB0A0"/>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 name="Google Shape;11530;p73">
            <a:extLst>
              <a:ext uri="{FF2B5EF4-FFF2-40B4-BE49-F238E27FC236}">
                <a16:creationId xmlns:a16="http://schemas.microsoft.com/office/drawing/2014/main" id="{A10FFA0E-16C5-4244-887B-59CEA3799C19}"/>
              </a:ext>
            </a:extLst>
          </p:cNvPr>
          <p:cNvGrpSpPr/>
          <p:nvPr userDrawn="1"/>
        </p:nvGrpSpPr>
        <p:grpSpPr>
          <a:xfrm>
            <a:off x="11379724" y="208758"/>
            <a:ext cx="320022" cy="359778"/>
            <a:chOff x="3567553" y="1499912"/>
            <a:chExt cx="320022" cy="359778"/>
          </a:xfrm>
          <a:solidFill>
            <a:srgbClr val="4BB0A0"/>
          </a:solidFill>
        </p:grpSpPr>
        <p:sp>
          <p:nvSpPr>
            <p:cNvPr id="9" name="Google Shape;11531;p73">
              <a:extLst>
                <a:ext uri="{FF2B5EF4-FFF2-40B4-BE49-F238E27FC236}">
                  <a16:creationId xmlns:a16="http://schemas.microsoft.com/office/drawing/2014/main" id="{3BC7373A-BF17-5949-8F1D-CB2BBEEEEEA6}"/>
                </a:ext>
              </a:extLst>
            </p:cNvPr>
            <p:cNvSpPr/>
            <p:nvPr/>
          </p:nvSpPr>
          <p:spPr>
            <a:xfrm>
              <a:off x="3567553" y="1502933"/>
              <a:ext cx="263218" cy="356757"/>
            </a:xfrm>
            <a:custGeom>
              <a:avLst/>
              <a:gdLst/>
              <a:ahLst/>
              <a:cxnLst/>
              <a:rect l="l" t="t" r="r" b="b"/>
              <a:pathLst>
                <a:path w="8276" h="11217" extrusionOk="0">
                  <a:moveTo>
                    <a:pt x="1738" y="0"/>
                  </a:moveTo>
                  <a:cubicBezTo>
                    <a:pt x="1718" y="0"/>
                    <a:pt x="1698" y="4"/>
                    <a:pt x="1679" y="12"/>
                  </a:cubicBezTo>
                  <a:cubicBezTo>
                    <a:pt x="1227" y="179"/>
                    <a:pt x="905" y="632"/>
                    <a:pt x="905" y="1120"/>
                  </a:cubicBezTo>
                  <a:lnTo>
                    <a:pt x="905" y="8275"/>
                  </a:lnTo>
                  <a:lnTo>
                    <a:pt x="167" y="8275"/>
                  </a:lnTo>
                  <a:cubicBezTo>
                    <a:pt x="72" y="8275"/>
                    <a:pt x="1" y="8359"/>
                    <a:pt x="1" y="8442"/>
                  </a:cubicBezTo>
                  <a:lnTo>
                    <a:pt x="1" y="10145"/>
                  </a:lnTo>
                  <a:cubicBezTo>
                    <a:pt x="1" y="10716"/>
                    <a:pt x="477" y="11216"/>
                    <a:pt x="1072" y="11216"/>
                  </a:cubicBezTo>
                  <a:lnTo>
                    <a:pt x="7156" y="11216"/>
                  </a:lnTo>
                  <a:cubicBezTo>
                    <a:pt x="7775" y="11216"/>
                    <a:pt x="8275" y="10716"/>
                    <a:pt x="8275" y="10097"/>
                  </a:cubicBezTo>
                  <a:lnTo>
                    <a:pt x="8275" y="4930"/>
                  </a:lnTo>
                  <a:cubicBezTo>
                    <a:pt x="8252" y="4835"/>
                    <a:pt x="8168" y="4751"/>
                    <a:pt x="8073" y="4751"/>
                  </a:cubicBezTo>
                  <a:cubicBezTo>
                    <a:pt x="7978" y="4751"/>
                    <a:pt x="7906" y="4835"/>
                    <a:pt x="7906" y="4918"/>
                  </a:cubicBezTo>
                  <a:lnTo>
                    <a:pt x="7906" y="10085"/>
                  </a:lnTo>
                  <a:cubicBezTo>
                    <a:pt x="7906" y="10514"/>
                    <a:pt x="7561" y="10859"/>
                    <a:pt x="7132" y="10859"/>
                  </a:cubicBezTo>
                  <a:lnTo>
                    <a:pt x="7061" y="10859"/>
                  </a:lnTo>
                  <a:cubicBezTo>
                    <a:pt x="6680" y="10811"/>
                    <a:pt x="6406" y="10502"/>
                    <a:pt x="6406" y="10133"/>
                  </a:cubicBezTo>
                  <a:lnTo>
                    <a:pt x="6406" y="9609"/>
                  </a:lnTo>
                  <a:cubicBezTo>
                    <a:pt x="6406" y="9514"/>
                    <a:pt x="6323" y="9442"/>
                    <a:pt x="6239" y="9442"/>
                  </a:cubicBezTo>
                  <a:cubicBezTo>
                    <a:pt x="6144" y="9442"/>
                    <a:pt x="6073" y="9514"/>
                    <a:pt x="6073" y="9609"/>
                  </a:cubicBezTo>
                  <a:lnTo>
                    <a:pt x="6073" y="10133"/>
                  </a:lnTo>
                  <a:cubicBezTo>
                    <a:pt x="6073" y="10407"/>
                    <a:pt x="6180" y="10680"/>
                    <a:pt x="6370" y="10871"/>
                  </a:cubicBezTo>
                  <a:cubicBezTo>
                    <a:pt x="3459" y="10871"/>
                    <a:pt x="2120" y="10874"/>
                    <a:pt x="1492" y="10874"/>
                  </a:cubicBezTo>
                  <a:cubicBezTo>
                    <a:pt x="864" y="10874"/>
                    <a:pt x="947" y="10871"/>
                    <a:pt x="882" y="10859"/>
                  </a:cubicBezTo>
                  <a:cubicBezTo>
                    <a:pt x="548" y="10788"/>
                    <a:pt x="298" y="10490"/>
                    <a:pt x="298" y="10145"/>
                  </a:cubicBezTo>
                  <a:lnTo>
                    <a:pt x="298" y="8609"/>
                  </a:lnTo>
                  <a:lnTo>
                    <a:pt x="6073" y="8609"/>
                  </a:lnTo>
                  <a:lnTo>
                    <a:pt x="6073" y="8954"/>
                  </a:lnTo>
                  <a:cubicBezTo>
                    <a:pt x="6073" y="9037"/>
                    <a:pt x="6144" y="9121"/>
                    <a:pt x="6239" y="9121"/>
                  </a:cubicBezTo>
                  <a:cubicBezTo>
                    <a:pt x="6323" y="9121"/>
                    <a:pt x="6406" y="9037"/>
                    <a:pt x="6406" y="8954"/>
                  </a:cubicBezTo>
                  <a:lnTo>
                    <a:pt x="6406" y="8442"/>
                  </a:lnTo>
                  <a:cubicBezTo>
                    <a:pt x="6406" y="8359"/>
                    <a:pt x="6323" y="8275"/>
                    <a:pt x="6239" y="8275"/>
                  </a:cubicBezTo>
                  <a:lnTo>
                    <a:pt x="1227" y="8275"/>
                  </a:lnTo>
                  <a:lnTo>
                    <a:pt x="1227" y="1120"/>
                  </a:lnTo>
                  <a:cubicBezTo>
                    <a:pt x="1227" y="763"/>
                    <a:pt x="1441" y="441"/>
                    <a:pt x="1786" y="322"/>
                  </a:cubicBezTo>
                  <a:cubicBezTo>
                    <a:pt x="1882" y="286"/>
                    <a:pt x="1917" y="179"/>
                    <a:pt x="1894" y="108"/>
                  </a:cubicBezTo>
                  <a:cubicBezTo>
                    <a:pt x="1866" y="44"/>
                    <a:pt x="1803" y="0"/>
                    <a:pt x="173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532;p73">
              <a:extLst>
                <a:ext uri="{FF2B5EF4-FFF2-40B4-BE49-F238E27FC236}">
                  <a16:creationId xmlns:a16="http://schemas.microsoft.com/office/drawing/2014/main" id="{CC6EA4CC-1703-7449-B7BC-4483CFF9F966}"/>
                </a:ext>
              </a:extLst>
            </p:cNvPr>
            <p:cNvSpPr/>
            <p:nvPr/>
          </p:nvSpPr>
          <p:spPr>
            <a:xfrm>
              <a:off x="3638001" y="1499912"/>
              <a:ext cx="249574" cy="142773"/>
            </a:xfrm>
            <a:custGeom>
              <a:avLst/>
              <a:gdLst/>
              <a:ahLst/>
              <a:cxnLst/>
              <a:rect l="l" t="t" r="r" b="b"/>
              <a:pathLst>
                <a:path w="7847" h="4489" extrusionOk="0">
                  <a:moveTo>
                    <a:pt x="6787" y="322"/>
                  </a:moveTo>
                  <a:cubicBezTo>
                    <a:pt x="7191" y="322"/>
                    <a:pt x="7537" y="655"/>
                    <a:pt x="7537" y="1072"/>
                  </a:cubicBezTo>
                  <a:lnTo>
                    <a:pt x="7525" y="2608"/>
                  </a:lnTo>
                  <a:lnTo>
                    <a:pt x="6037" y="2608"/>
                  </a:lnTo>
                  <a:lnTo>
                    <a:pt x="6037" y="1417"/>
                  </a:lnTo>
                  <a:lnTo>
                    <a:pt x="6037" y="1072"/>
                  </a:lnTo>
                  <a:cubicBezTo>
                    <a:pt x="6037" y="643"/>
                    <a:pt x="6370" y="322"/>
                    <a:pt x="6775" y="322"/>
                  </a:cubicBezTo>
                  <a:close/>
                  <a:moveTo>
                    <a:pt x="167" y="0"/>
                  </a:moveTo>
                  <a:cubicBezTo>
                    <a:pt x="83" y="0"/>
                    <a:pt x="0" y="72"/>
                    <a:pt x="0" y="167"/>
                  </a:cubicBezTo>
                  <a:cubicBezTo>
                    <a:pt x="0" y="250"/>
                    <a:pt x="83" y="322"/>
                    <a:pt x="167" y="322"/>
                  </a:cubicBezTo>
                  <a:lnTo>
                    <a:pt x="5989" y="322"/>
                  </a:lnTo>
                  <a:cubicBezTo>
                    <a:pt x="5894" y="417"/>
                    <a:pt x="5810" y="548"/>
                    <a:pt x="5763" y="667"/>
                  </a:cubicBezTo>
                  <a:cubicBezTo>
                    <a:pt x="5715" y="798"/>
                    <a:pt x="5691" y="917"/>
                    <a:pt x="5691" y="1060"/>
                  </a:cubicBezTo>
                  <a:lnTo>
                    <a:pt x="5691" y="1393"/>
                  </a:lnTo>
                  <a:lnTo>
                    <a:pt x="5691" y="4334"/>
                  </a:lnTo>
                  <a:cubicBezTo>
                    <a:pt x="5691" y="4418"/>
                    <a:pt x="5763" y="4489"/>
                    <a:pt x="5858" y="4489"/>
                  </a:cubicBezTo>
                  <a:cubicBezTo>
                    <a:pt x="5941" y="4489"/>
                    <a:pt x="6013" y="4418"/>
                    <a:pt x="6013" y="4334"/>
                  </a:cubicBezTo>
                  <a:lnTo>
                    <a:pt x="6013" y="2929"/>
                  </a:lnTo>
                  <a:lnTo>
                    <a:pt x="7668" y="2929"/>
                  </a:lnTo>
                  <a:cubicBezTo>
                    <a:pt x="7763" y="2929"/>
                    <a:pt x="7834" y="2858"/>
                    <a:pt x="7834" y="2763"/>
                  </a:cubicBezTo>
                  <a:lnTo>
                    <a:pt x="7834" y="1072"/>
                  </a:lnTo>
                  <a:cubicBezTo>
                    <a:pt x="7846" y="488"/>
                    <a:pt x="7370" y="0"/>
                    <a:pt x="67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533;p73">
              <a:extLst>
                <a:ext uri="{FF2B5EF4-FFF2-40B4-BE49-F238E27FC236}">
                  <a16:creationId xmlns:a16="http://schemas.microsoft.com/office/drawing/2014/main" id="{B5E6808C-1FA3-4B4B-B0FE-9EE183DD349C}"/>
                </a:ext>
              </a:extLst>
            </p:cNvPr>
            <p:cNvSpPr/>
            <p:nvPr/>
          </p:nvSpPr>
          <p:spPr>
            <a:xfrm>
              <a:off x="3641786" y="1594563"/>
              <a:ext cx="141659" cy="10273"/>
            </a:xfrm>
            <a:custGeom>
              <a:avLst/>
              <a:gdLst/>
              <a:ahLst/>
              <a:cxnLst/>
              <a:rect l="l" t="t" r="r" b="b"/>
              <a:pathLst>
                <a:path w="4454" h="323" extrusionOk="0">
                  <a:moveTo>
                    <a:pt x="167" y="1"/>
                  </a:moveTo>
                  <a:cubicBezTo>
                    <a:pt x="72" y="1"/>
                    <a:pt x="0" y="72"/>
                    <a:pt x="0" y="168"/>
                  </a:cubicBezTo>
                  <a:cubicBezTo>
                    <a:pt x="0" y="251"/>
                    <a:pt x="72" y="322"/>
                    <a:pt x="167" y="322"/>
                  </a:cubicBezTo>
                  <a:lnTo>
                    <a:pt x="4286" y="322"/>
                  </a:lnTo>
                  <a:cubicBezTo>
                    <a:pt x="4382" y="322"/>
                    <a:pt x="4453" y="251"/>
                    <a:pt x="4453" y="168"/>
                  </a:cubicBezTo>
                  <a:cubicBezTo>
                    <a:pt x="4453" y="72"/>
                    <a:pt x="4382" y="1"/>
                    <a:pt x="428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534;p73">
              <a:extLst>
                <a:ext uri="{FF2B5EF4-FFF2-40B4-BE49-F238E27FC236}">
                  <a16:creationId xmlns:a16="http://schemas.microsoft.com/office/drawing/2014/main" id="{69AF36EF-ECD4-AC48-816B-145DAB86BB7E}"/>
                </a:ext>
              </a:extLst>
            </p:cNvPr>
            <p:cNvSpPr/>
            <p:nvPr/>
          </p:nvSpPr>
          <p:spPr>
            <a:xfrm>
              <a:off x="3641786" y="1638136"/>
              <a:ext cx="141659" cy="10241"/>
            </a:xfrm>
            <a:custGeom>
              <a:avLst/>
              <a:gdLst/>
              <a:ahLst/>
              <a:cxnLst/>
              <a:rect l="l" t="t" r="r" b="b"/>
              <a:pathLst>
                <a:path w="4454" h="322" extrusionOk="0">
                  <a:moveTo>
                    <a:pt x="167" y="0"/>
                  </a:moveTo>
                  <a:cubicBezTo>
                    <a:pt x="72" y="0"/>
                    <a:pt x="0" y="72"/>
                    <a:pt x="0" y="167"/>
                  </a:cubicBezTo>
                  <a:cubicBezTo>
                    <a:pt x="0" y="250"/>
                    <a:pt x="72" y="322"/>
                    <a:pt x="167" y="322"/>
                  </a:cubicBezTo>
                  <a:lnTo>
                    <a:pt x="4286" y="322"/>
                  </a:lnTo>
                  <a:cubicBezTo>
                    <a:pt x="4382" y="322"/>
                    <a:pt x="4453" y="250"/>
                    <a:pt x="4453" y="167"/>
                  </a:cubicBezTo>
                  <a:cubicBezTo>
                    <a:pt x="4453" y="72"/>
                    <a:pt x="4382" y="0"/>
                    <a:pt x="42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535;p73">
              <a:extLst>
                <a:ext uri="{FF2B5EF4-FFF2-40B4-BE49-F238E27FC236}">
                  <a16:creationId xmlns:a16="http://schemas.microsoft.com/office/drawing/2014/main" id="{36271C18-068C-3049-B5A3-CC3DE160731F}"/>
                </a:ext>
              </a:extLst>
            </p:cNvPr>
            <p:cNvSpPr/>
            <p:nvPr/>
          </p:nvSpPr>
          <p:spPr>
            <a:xfrm>
              <a:off x="3641786" y="1682059"/>
              <a:ext cx="141659" cy="10623"/>
            </a:xfrm>
            <a:custGeom>
              <a:avLst/>
              <a:gdLst/>
              <a:ahLst/>
              <a:cxnLst/>
              <a:rect l="l" t="t" r="r" b="b"/>
              <a:pathLst>
                <a:path w="4454" h="334" extrusionOk="0">
                  <a:moveTo>
                    <a:pt x="167" y="0"/>
                  </a:moveTo>
                  <a:cubicBezTo>
                    <a:pt x="72" y="0"/>
                    <a:pt x="0" y="72"/>
                    <a:pt x="0" y="167"/>
                  </a:cubicBezTo>
                  <a:cubicBezTo>
                    <a:pt x="0" y="250"/>
                    <a:pt x="72" y="334"/>
                    <a:pt x="167" y="334"/>
                  </a:cubicBezTo>
                  <a:lnTo>
                    <a:pt x="4286" y="334"/>
                  </a:lnTo>
                  <a:cubicBezTo>
                    <a:pt x="4382" y="334"/>
                    <a:pt x="4453" y="250"/>
                    <a:pt x="4453" y="167"/>
                  </a:cubicBezTo>
                  <a:cubicBezTo>
                    <a:pt x="4453" y="72"/>
                    <a:pt x="4382" y="0"/>
                    <a:pt x="42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1536;p73">
              <a:extLst>
                <a:ext uri="{FF2B5EF4-FFF2-40B4-BE49-F238E27FC236}">
                  <a16:creationId xmlns:a16="http://schemas.microsoft.com/office/drawing/2014/main" id="{3BA77610-2275-C74C-A5B8-D24FF49A3670}"/>
                </a:ext>
              </a:extLst>
            </p:cNvPr>
            <p:cNvSpPr/>
            <p:nvPr/>
          </p:nvSpPr>
          <p:spPr>
            <a:xfrm>
              <a:off x="3641786" y="1725600"/>
              <a:ext cx="141659" cy="10623"/>
            </a:xfrm>
            <a:custGeom>
              <a:avLst/>
              <a:gdLst/>
              <a:ahLst/>
              <a:cxnLst/>
              <a:rect l="l" t="t" r="r" b="b"/>
              <a:pathLst>
                <a:path w="4454" h="334" extrusionOk="0">
                  <a:moveTo>
                    <a:pt x="167" y="0"/>
                  </a:moveTo>
                  <a:cubicBezTo>
                    <a:pt x="72" y="0"/>
                    <a:pt x="0" y="72"/>
                    <a:pt x="0" y="167"/>
                  </a:cubicBezTo>
                  <a:cubicBezTo>
                    <a:pt x="0" y="250"/>
                    <a:pt x="72" y="334"/>
                    <a:pt x="167" y="334"/>
                  </a:cubicBezTo>
                  <a:lnTo>
                    <a:pt x="4286" y="334"/>
                  </a:lnTo>
                  <a:cubicBezTo>
                    <a:pt x="4382" y="334"/>
                    <a:pt x="4453" y="250"/>
                    <a:pt x="4453" y="167"/>
                  </a:cubicBezTo>
                  <a:cubicBezTo>
                    <a:pt x="4453" y="72"/>
                    <a:pt x="4382" y="0"/>
                    <a:pt x="42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594208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내지1">
    <p:spTree>
      <p:nvGrpSpPr>
        <p:cNvPr id="1" name=""/>
        <p:cNvGrpSpPr/>
        <p:nvPr/>
      </p:nvGrpSpPr>
      <p:grpSpPr>
        <a:xfrm>
          <a:off x="0" y="0"/>
          <a:ext cx="0" cy="0"/>
          <a:chOff x="0" y="0"/>
          <a:chExt cx="0" cy="0"/>
        </a:xfrm>
      </p:grpSpPr>
      <p:sp>
        <p:nvSpPr>
          <p:cNvPr id="13" name="Google Shape;12;p2">
            <a:extLst>
              <a:ext uri="{FF2B5EF4-FFF2-40B4-BE49-F238E27FC236}">
                <a16:creationId xmlns:a16="http://schemas.microsoft.com/office/drawing/2014/main" id="{31C819E8-8DB3-D241-86AD-39FA357B79F1}"/>
              </a:ext>
            </a:extLst>
          </p:cNvPr>
          <p:cNvSpPr/>
          <p:nvPr userDrawn="1"/>
        </p:nvSpPr>
        <p:spPr>
          <a:xfrm>
            <a:off x="-9939" y="-19878"/>
            <a:ext cx="1402629" cy="671349"/>
          </a:xfrm>
          <a:custGeom>
            <a:avLst/>
            <a:gdLst/>
            <a:ahLst/>
            <a:cxnLst/>
            <a:rect l="l" t="t" r="r" b="b"/>
            <a:pathLst>
              <a:path w="106741" h="62325" extrusionOk="0">
                <a:moveTo>
                  <a:pt x="106740" y="0"/>
                </a:moveTo>
                <a:lnTo>
                  <a:pt x="1" y="83"/>
                </a:lnTo>
                <a:lnTo>
                  <a:pt x="1" y="61346"/>
                </a:lnTo>
                <a:cubicBezTo>
                  <a:pt x="1" y="61346"/>
                  <a:pt x="3546" y="62324"/>
                  <a:pt x="8431" y="62324"/>
                </a:cubicBezTo>
                <a:cubicBezTo>
                  <a:pt x="17345" y="62324"/>
                  <a:pt x="30721" y="59067"/>
                  <a:pt x="35169" y="40668"/>
                </a:cubicBezTo>
                <a:cubicBezTo>
                  <a:pt x="39815" y="21454"/>
                  <a:pt x="48059" y="15875"/>
                  <a:pt x="55684" y="15875"/>
                </a:cubicBezTo>
                <a:cubicBezTo>
                  <a:pt x="59361" y="15875"/>
                  <a:pt x="62895" y="17173"/>
                  <a:pt x="65811" y="18864"/>
                </a:cubicBezTo>
                <a:cubicBezTo>
                  <a:pt x="71333" y="22067"/>
                  <a:pt x="77411" y="23685"/>
                  <a:pt x="83155" y="23685"/>
                </a:cubicBezTo>
                <a:cubicBezTo>
                  <a:pt x="95750" y="23685"/>
                  <a:pt x="106740" y="15906"/>
                  <a:pt x="106740" y="0"/>
                </a:cubicBezTo>
                <a:close/>
              </a:path>
            </a:pathLst>
          </a:custGeom>
          <a:gradFill>
            <a:gsLst>
              <a:gs pos="0">
                <a:srgbClr val="4BB0A0"/>
              </a:gs>
              <a:gs pos="100000">
                <a:srgbClr val="52AEE1"/>
              </a:gs>
            </a:gsLst>
            <a:lin ang="2698631" scaled="0"/>
          </a:gradFill>
          <a:ln>
            <a:noFill/>
          </a:ln>
        </p:spPr>
        <p:txBody>
          <a:bodyPr spcFirstLastPara="1" wrap="square" lIns="91425" tIns="91425" rIns="91425" bIns="91425" anchor="ctr" anchorCtr="0">
            <a:noAutofit/>
          </a:bodyPr>
          <a:lstStyle/>
          <a:p>
            <a:pPr lvl="0" indent="0">
              <a:spcBef>
                <a:spcPts val="0"/>
              </a:spcBef>
              <a:spcAft>
                <a:spcPts val="0"/>
              </a:spcAft>
              <a:buNone/>
            </a:pPr>
            <a:endParaRPr dirty="0"/>
          </a:p>
        </p:txBody>
      </p:sp>
      <p:sp>
        <p:nvSpPr>
          <p:cNvPr id="14" name="Google Shape;10;p2">
            <a:extLst>
              <a:ext uri="{FF2B5EF4-FFF2-40B4-BE49-F238E27FC236}">
                <a16:creationId xmlns:a16="http://schemas.microsoft.com/office/drawing/2014/main" id="{4CA2C0CC-49CB-CE45-A055-1E87B9A38FE4}"/>
              </a:ext>
            </a:extLst>
          </p:cNvPr>
          <p:cNvSpPr/>
          <p:nvPr userDrawn="1"/>
        </p:nvSpPr>
        <p:spPr>
          <a:xfrm>
            <a:off x="10555357" y="5655364"/>
            <a:ext cx="1648441" cy="1209683"/>
          </a:xfrm>
          <a:custGeom>
            <a:avLst/>
            <a:gdLst/>
            <a:ahLst/>
            <a:cxnLst/>
            <a:rect l="l" t="t" r="r" b="b"/>
            <a:pathLst>
              <a:path w="113764" h="66545" extrusionOk="0">
                <a:moveTo>
                  <a:pt x="113763" y="1"/>
                </a:moveTo>
                <a:cubicBezTo>
                  <a:pt x="113763" y="1"/>
                  <a:pt x="94363" y="5103"/>
                  <a:pt x="77775" y="33272"/>
                </a:cubicBezTo>
                <a:cubicBezTo>
                  <a:pt x="67864" y="50104"/>
                  <a:pt x="57286" y="53491"/>
                  <a:pt x="45819" y="53491"/>
                </a:cubicBezTo>
                <a:cubicBezTo>
                  <a:pt x="38095" y="53491"/>
                  <a:pt x="29967" y="51954"/>
                  <a:pt x="21367" y="51954"/>
                </a:cubicBezTo>
                <a:cubicBezTo>
                  <a:pt x="0" y="51954"/>
                  <a:pt x="792" y="66545"/>
                  <a:pt x="792" y="66545"/>
                </a:cubicBezTo>
                <a:lnTo>
                  <a:pt x="113763" y="66545"/>
                </a:lnTo>
                <a:lnTo>
                  <a:pt x="113763" y="1"/>
                </a:lnTo>
                <a:close/>
              </a:path>
            </a:pathLst>
          </a:custGeom>
          <a:gradFill>
            <a:gsLst>
              <a:gs pos="0">
                <a:srgbClr val="4BB0A0"/>
              </a:gs>
              <a:gs pos="100000">
                <a:srgbClr val="4BB0A0"/>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슬라이드 번호 개체 틀 20">
            <a:extLst>
              <a:ext uri="{FF2B5EF4-FFF2-40B4-BE49-F238E27FC236}">
                <a16:creationId xmlns:a16="http://schemas.microsoft.com/office/drawing/2014/main" id="{346A3901-6E4C-0B40-9CF8-E7ECAB46BFD9}"/>
              </a:ext>
            </a:extLst>
          </p:cNvPr>
          <p:cNvSpPr>
            <a:spLocks noGrp="1"/>
          </p:cNvSpPr>
          <p:nvPr>
            <p:ph type="sldNum" sz="quarter" idx="12"/>
          </p:nvPr>
        </p:nvSpPr>
        <p:spPr>
          <a:xfrm>
            <a:off x="11691731" y="6483194"/>
            <a:ext cx="400878" cy="365125"/>
          </a:xfrm>
        </p:spPr>
        <p:txBody>
          <a:bodyPr/>
          <a:lstStyle>
            <a:lvl1pPr>
              <a:defRPr>
                <a:solidFill>
                  <a:schemeClr val="bg1"/>
                </a:solidFill>
              </a:defRPr>
            </a:lvl1pPr>
          </a:lstStyle>
          <a:p>
            <a:fld id="{6353835A-5E09-4503-B599-6DF340CA3988}" type="slidenum">
              <a:rPr lang="ko-KR" altLang="en-US" smtClean="0"/>
              <a:pPr/>
              <a:t>‹#›</a:t>
            </a:fld>
            <a:endParaRPr lang="ko-KR" altLang="en-US" dirty="0"/>
          </a:p>
        </p:txBody>
      </p:sp>
      <p:sp>
        <p:nvSpPr>
          <p:cNvPr id="40" name="제목 24">
            <a:extLst>
              <a:ext uri="{FF2B5EF4-FFF2-40B4-BE49-F238E27FC236}">
                <a16:creationId xmlns:a16="http://schemas.microsoft.com/office/drawing/2014/main" id="{677C8BD8-495D-D94A-A820-9FD4BA20C396}"/>
              </a:ext>
            </a:extLst>
          </p:cNvPr>
          <p:cNvSpPr>
            <a:spLocks noGrp="1"/>
          </p:cNvSpPr>
          <p:nvPr>
            <p:ph type="title"/>
          </p:nvPr>
        </p:nvSpPr>
        <p:spPr>
          <a:xfrm>
            <a:off x="487015" y="107957"/>
            <a:ext cx="11281052" cy="671349"/>
          </a:xfrm>
        </p:spPr>
        <p:txBody>
          <a:bodyPr>
            <a:normAutofit/>
          </a:bodyPr>
          <a:lstStyle>
            <a:lvl1pPr>
              <a:defRPr sz="3000" b="1">
                <a:solidFill>
                  <a:srgbClr val="F06436"/>
                </a:solidFill>
              </a:defRPr>
            </a:lvl1pPr>
          </a:lstStyle>
          <a:p>
            <a:r>
              <a:rPr lang="ko-KR" altLang="en-US" dirty="0"/>
              <a:t>마스터 제목 스타일 편집</a:t>
            </a:r>
            <a:endParaRPr lang="x-none" dirty="0"/>
          </a:p>
        </p:txBody>
      </p:sp>
      <p:sp>
        <p:nvSpPr>
          <p:cNvPr id="3" name="Text Placeholder 2">
            <a:extLst>
              <a:ext uri="{FF2B5EF4-FFF2-40B4-BE49-F238E27FC236}">
                <a16:creationId xmlns:a16="http://schemas.microsoft.com/office/drawing/2014/main" id="{A5BE6C44-E913-45F1-A690-E52E071D50AF}"/>
              </a:ext>
            </a:extLst>
          </p:cNvPr>
          <p:cNvSpPr>
            <a:spLocks noGrp="1"/>
          </p:cNvSpPr>
          <p:nvPr>
            <p:ph type="body" sz="quarter" idx="16"/>
          </p:nvPr>
        </p:nvSpPr>
        <p:spPr>
          <a:xfrm>
            <a:off x="1030287" y="1415600"/>
            <a:ext cx="10080625" cy="4630738"/>
          </a:xfrm>
        </p:spPr>
        <p:txBody>
          <a:bodyPr>
            <a:normAutofit/>
          </a:bodyPr>
          <a:lstStyle>
            <a:lvl1pPr>
              <a:defRPr sz="2000"/>
            </a:lvl1pPr>
            <a:lvl2pPr>
              <a:defRPr sz="1800"/>
            </a:lvl2pPr>
          </a:lstStyle>
          <a:p>
            <a:pPr lvl="0"/>
            <a:r>
              <a:rPr lang="en-US" altLang="ko-KR" dirty="0"/>
              <a:t>Click to edit Master text styles</a:t>
            </a:r>
          </a:p>
          <a:p>
            <a:pPr lvl="1"/>
            <a:r>
              <a:rPr lang="en-US" altLang="ko-KR" dirty="0"/>
              <a:t>Second level</a:t>
            </a:r>
          </a:p>
        </p:txBody>
      </p:sp>
    </p:spTree>
    <p:extLst>
      <p:ext uri="{BB962C8B-B14F-4D97-AF65-F5344CB8AC3E}">
        <p14:creationId xmlns:p14="http://schemas.microsoft.com/office/powerpoint/2010/main" val="19290573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spTree>
      <p:nvGrpSpPr>
        <p:cNvPr id="1" name=""/>
        <p:cNvGrpSpPr/>
        <p:nvPr/>
      </p:nvGrpSpPr>
      <p:grpSpPr>
        <a:xfrm>
          <a:off x="0" y="0"/>
          <a:ext cx="0" cy="0"/>
          <a:chOff x="0" y="0"/>
          <a:chExt cx="0" cy="0"/>
        </a:xfrm>
      </p:grpSpPr>
      <p:sp>
        <p:nvSpPr>
          <p:cNvPr id="11" name="Google Shape;12;p2">
            <a:extLst>
              <a:ext uri="{FF2B5EF4-FFF2-40B4-BE49-F238E27FC236}">
                <a16:creationId xmlns:a16="http://schemas.microsoft.com/office/drawing/2014/main" id="{AE169226-6326-4B42-BA01-A07503F9BF41}"/>
              </a:ext>
            </a:extLst>
          </p:cNvPr>
          <p:cNvSpPr/>
          <p:nvPr userDrawn="1"/>
        </p:nvSpPr>
        <p:spPr>
          <a:xfrm>
            <a:off x="-9939" y="-19878"/>
            <a:ext cx="1402629" cy="671349"/>
          </a:xfrm>
          <a:custGeom>
            <a:avLst/>
            <a:gdLst/>
            <a:ahLst/>
            <a:cxnLst/>
            <a:rect l="l" t="t" r="r" b="b"/>
            <a:pathLst>
              <a:path w="106741" h="62325" extrusionOk="0">
                <a:moveTo>
                  <a:pt x="106740" y="0"/>
                </a:moveTo>
                <a:lnTo>
                  <a:pt x="1" y="83"/>
                </a:lnTo>
                <a:lnTo>
                  <a:pt x="1" y="61346"/>
                </a:lnTo>
                <a:cubicBezTo>
                  <a:pt x="1" y="61346"/>
                  <a:pt x="3546" y="62324"/>
                  <a:pt x="8431" y="62324"/>
                </a:cubicBezTo>
                <a:cubicBezTo>
                  <a:pt x="17345" y="62324"/>
                  <a:pt x="30721" y="59067"/>
                  <a:pt x="35169" y="40668"/>
                </a:cubicBezTo>
                <a:cubicBezTo>
                  <a:pt x="39815" y="21454"/>
                  <a:pt x="48059" y="15875"/>
                  <a:pt x="55684" y="15875"/>
                </a:cubicBezTo>
                <a:cubicBezTo>
                  <a:pt x="59361" y="15875"/>
                  <a:pt x="62895" y="17173"/>
                  <a:pt x="65811" y="18864"/>
                </a:cubicBezTo>
                <a:cubicBezTo>
                  <a:pt x="71333" y="22067"/>
                  <a:pt x="77411" y="23685"/>
                  <a:pt x="83155" y="23685"/>
                </a:cubicBezTo>
                <a:cubicBezTo>
                  <a:pt x="95750" y="23685"/>
                  <a:pt x="106740" y="15906"/>
                  <a:pt x="106740" y="0"/>
                </a:cubicBezTo>
                <a:close/>
              </a:path>
            </a:pathLst>
          </a:custGeom>
          <a:gradFill>
            <a:gsLst>
              <a:gs pos="0">
                <a:srgbClr val="4BB0A0"/>
              </a:gs>
              <a:gs pos="100000">
                <a:srgbClr val="52AEE1"/>
              </a:gs>
            </a:gsLst>
            <a:lin ang="2698631" scaled="0"/>
          </a:gradFill>
          <a:ln>
            <a:noFill/>
          </a:ln>
        </p:spPr>
        <p:txBody>
          <a:bodyPr spcFirstLastPara="1" wrap="square" lIns="91425" tIns="91425" rIns="91425" bIns="91425" anchor="ctr" anchorCtr="0">
            <a:noAutofit/>
          </a:bodyPr>
          <a:lstStyle/>
          <a:p>
            <a:pPr lvl="0" indent="0">
              <a:spcBef>
                <a:spcPts val="0"/>
              </a:spcBef>
              <a:spcAft>
                <a:spcPts val="0"/>
              </a:spcAft>
              <a:buNone/>
            </a:pPr>
            <a:endParaRPr dirty="0"/>
          </a:p>
        </p:txBody>
      </p:sp>
      <p:sp>
        <p:nvSpPr>
          <p:cNvPr id="12" name="Google Shape;10;p2">
            <a:extLst>
              <a:ext uri="{FF2B5EF4-FFF2-40B4-BE49-F238E27FC236}">
                <a16:creationId xmlns:a16="http://schemas.microsoft.com/office/drawing/2014/main" id="{F2128D78-98D0-1946-ABC0-DD3E32D4D519}"/>
              </a:ext>
            </a:extLst>
          </p:cNvPr>
          <p:cNvSpPr/>
          <p:nvPr userDrawn="1"/>
        </p:nvSpPr>
        <p:spPr>
          <a:xfrm>
            <a:off x="10555357" y="5655364"/>
            <a:ext cx="1648441" cy="1209683"/>
          </a:xfrm>
          <a:custGeom>
            <a:avLst/>
            <a:gdLst/>
            <a:ahLst/>
            <a:cxnLst/>
            <a:rect l="l" t="t" r="r" b="b"/>
            <a:pathLst>
              <a:path w="113764" h="66545" extrusionOk="0">
                <a:moveTo>
                  <a:pt x="113763" y="1"/>
                </a:moveTo>
                <a:cubicBezTo>
                  <a:pt x="113763" y="1"/>
                  <a:pt x="94363" y="5103"/>
                  <a:pt x="77775" y="33272"/>
                </a:cubicBezTo>
                <a:cubicBezTo>
                  <a:pt x="67864" y="50104"/>
                  <a:pt x="57286" y="53491"/>
                  <a:pt x="45819" y="53491"/>
                </a:cubicBezTo>
                <a:cubicBezTo>
                  <a:pt x="38095" y="53491"/>
                  <a:pt x="29967" y="51954"/>
                  <a:pt x="21367" y="51954"/>
                </a:cubicBezTo>
                <a:cubicBezTo>
                  <a:pt x="0" y="51954"/>
                  <a:pt x="792" y="66545"/>
                  <a:pt x="792" y="66545"/>
                </a:cubicBezTo>
                <a:lnTo>
                  <a:pt x="113763" y="66545"/>
                </a:lnTo>
                <a:lnTo>
                  <a:pt x="113763" y="1"/>
                </a:lnTo>
                <a:close/>
              </a:path>
            </a:pathLst>
          </a:custGeom>
          <a:gradFill>
            <a:gsLst>
              <a:gs pos="0">
                <a:srgbClr val="4BB0A0"/>
              </a:gs>
              <a:gs pos="100000">
                <a:srgbClr val="4BB0A0"/>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제목 24">
            <a:extLst>
              <a:ext uri="{FF2B5EF4-FFF2-40B4-BE49-F238E27FC236}">
                <a16:creationId xmlns:a16="http://schemas.microsoft.com/office/drawing/2014/main" id="{18E4D7E8-082F-3947-ACDC-CCB90F658152}"/>
              </a:ext>
            </a:extLst>
          </p:cNvPr>
          <p:cNvSpPr>
            <a:spLocks noGrp="1"/>
          </p:cNvSpPr>
          <p:nvPr>
            <p:ph type="title"/>
          </p:nvPr>
        </p:nvSpPr>
        <p:spPr>
          <a:xfrm>
            <a:off x="487015" y="107957"/>
            <a:ext cx="11281052" cy="671349"/>
          </a:xfrm>
        </p:spPr>
        <p:txBody>
          <a:bodyPr>
            <a:normAutofit/>
          </a:bodyPr>
          <a:lstStyle>
            <a:lvl1pPr>
              <a:defRPr sz="3000" b="1">
                <a:solidFill>
                  <a:srgbClr val="F06436"/>
                </a:solidFill>
              </a:defRPr>
            </a:lvl1pPr>
          </a:lstStyle>
          <a:p>
            <a:r>
              <a:rPr lang="ko-KR" altLang="en-US" dirty="0"/>
              <a:t>마스터 제목 스타일 편집</a:t>
            </a:r>
            <a:endParaRPr lang="x-none" dirty="0"/>
          </a:p>
        </p:txBody>
      </p:sp>
      <p:sp>
        <p:nvSpPr>
          <p:cNvPr id="33" name="슬라이드 번호 개체 틀 20">
            <a:extLst>
              <a:ext uri="{FF2B5EF4-FFF2-40B4-BE49-F238E27FC236}">
                <a16:creationId xmlns:a16="http://schemas.microsoft.com/office/drawing/2014/main" id="{5D8DE216-E2D2-0946-B519-359B6A0D0A93}"/>
              </a:ext>
            </a:extLst>
          </p:cNvPr>
          <p:cNvSpPr>
            <a:spLocks noGrp="1"/>
          </p:cNvSpPr>
          <p:nvPr>
            <p:ph type="sldNum" sz="quarter" idx="12"/>
          </p:nvPr>
        </p:nvSpPr>
        <p:spPr>
          <a:xfrm>
            <a:off x="11691731" y="6472308"/>
            <a:ext cx="400878" cy="365125"/>
          </a:xfrm>
        </p:spPr>
        <p:txBody>
          <a:bodyPr/>
          <a:lstStyle>
            <a:lvl1pPr>
              <a:defRPr>
                <a:solidFill>
                  <a:schemeClr val="bg1"/>
                </a:solidFill>
              </a:defRPr>
            </a:lvl1pPr>
          </a:lstStyle>
          <a:p>
            <a:fld id="{6353835A-5E09-4503-B599-6DF340CA3988}" type="slidenum">
              <a:rPr lang="ko-KR" altLang="en-US" smtClean="0"/>
              <a:pPr/>
              <a:t>‹#›</a:t>
            </a:fld>
            <a:endParaRPr lang="ko-KR" altLang="en-US"/>
          </a:p>
        </p:txBody>
      </p:sp>
      <p:sp>
        <p:nvSpPr>
          <p:cNvPr id="35" name="텍스트 개체 틀 34">
            <a:extLst>
              <a:ext uri="{FF2B5EF4-FFF2-40B4-BE49-F238E27FC236}">
                <a16:creationId xmlns:a16="http://schemas.microsoft.com/office/drawing/2014/main" id="{7706D100-A296-AA47-8D59-127D7B2E0C8A}"/>
              </a:ext>
            </a:extLst>
          </p:cNvPr>
          <p:cNvSpPr>
            <a:spLocks noGrp="1"/>
          </p:cNvSpPr>
          <p:nvPr>
            <p:ph type="body" sz="quarter" idx="13"/>
          </p:nvPr>
        </p:nvSpPr>
        <p:spPr>
          <a:xfrm>
            <a:off x="487015" y="815008"/>
            <a:ext cx="11281052" cy="2186609"/>
          </a:xfrm>
        </p:spPr>
        <p:txBody>
          <a:bodyPr/>
          <a:lstStyle>
            <a:lvl1pPr marL="228600" indent="-228600">
              <a:lnSpc>
                <a:spcPct val="120000"/>
              </a:lnSpc>
              <a:buClr>
                <a:srgbClr val="4BB0A0"/>
              </a:buClr>
              <a:buFont typeface="시스템 서체"/>
              <a:buChar char="◦"/>
              <a:defRPr sz="1800"/>
            </a:lvl1pPr>
            <a:lvl2pPr marL="685800" indent="-228600">
              <a:lnSpc>
                <a:spcPct val="120000"/>
              </a:lnSpc>
              <a:buFont typeface="시스템 서체"/>
              <a:buChar char="⁃"/>
              <a:defRPr sz="1600"/>
            </a:lvl2pPr>
            <a:lvl3pPr>
              <a:lnSpc>
                <a:spcPct val="120000"/>
              </a:lnSpc>
              <a:defRPr sz="1400"/>
            </a:lvl3pPr>
            <a:lvl4pPr>
              <a:lnSpc>
                <a:spcPct val="120000"/>
              </a:lnSpc>
              <a:defRPr sz="1400"/>
            </a:lvl4pPr>
            <a:lvl5pPr>
              <a:lnSpc>
                <a:spcPct val="120000"/>
              </a:lnSpc>
              <a:defRPr sz="14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x-none" dirty="0"/>
          </a:p>
        </p:txBody>
      </p:sp>
      <p:sp>
        <p:nvSpPr>
          <p:cNvPr id="8" name="바닥글 개체 틀 36">
            <a:extLst>
              <a:ext uri="{FF2B5EF4-FFF2-40B4-BE49-F238E27FC236}">
                <a16:creationId xmlns:a16="http://schemas.microsoft.com/office/drawing/2014/main" id="{99878B9B-B665-4D4E-BCDA-A03B7B098B73}"/>
              </a:ext>
            </a:extLst>
          </p:cNvPr>
          <p:cNvSpPr>
            <a:spLocks noGrp="1"/>
          </p:cNvSpPr>
          <p:nvPr>
            <p:ph type="ftr" sz="quarter" idx="15"/>
          </p:nvPr>
        </p:nvSpPr>
        <p:spPr>
          <a:xfrm>
            <a:off x="482154" y="6574971"/>
            <a:ext cx="4114800" cy="216052"/>
          </a:xfrm>
          <a:prstGeom prst="rect">
            <a:avLst/>
          </a:prstGeom>
        </p:spPr>
        <p:txBody>
          <a:bodyPr/>
          <a:lstStyle>
            <a:lvl1pPr marL="0" marR="0" indent="0" algn="l" defTabSz="914400" rtl="0" eaLnBrk="1" fontAlgn="auto" latinLnBrk="1" hangingPunct="1">
              <a:lnSpc>
                <a:spcPct val="100000"/>
              </a:lnSpc>
              <a:spcBef>
                <a:spcPts val="0"/>
              </a:spcBef>
              <a:spcAft>
                <a:spcPts val="0"/>
              </a:spcAft>
              <a:buClrTx/>
              <a:buSzTx/>
              <a:buFontTx/>
              <a:buNone/>
              <a:tabLst/>
              <a:defRPr sz="1000">
                <a:solidFill>
                  <a:schemeClr val="tx1"/>
                </a:solidFill>
              </a:defRPr>
            </a:lvl1pPr>
          </a:lstStyle>
          <a:p>
            <a:r>
              <a:rPr lang="en-US" altLang="ko-KR" b="1" dirty="0"/>
              <a:t>〉 〉 AI Computer &amp; Operating System</a:t>
            </a:r>
            <a:endParaRPr lang="ko-KR" altLang="en-US" dirty="0"/>
          </a:p>
        </p:txBody>
      </p:sp>
    </p:spTree>
    <p:extLst>
      <p:ext uri="{BB962C8B-B14F-4D97-AF65-F5344CB8AC3E}">
        <p14:creationId xmlns:p14="http://schemas.microsoft.com/office/powerpoint/2010/main" val="400200830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sp>
        <p:nvSpPr>
          <p:cNvPr id="10" name="직사각형 9"/>
          <p:cNvSpPr/>
          <p:nvPr userDrawn="1"/>
        </p:nvSpPr>
        <p:spPr>
          <a:xfrm>
            <a:off x="0" y="6470658"/>
            <a:ext cx="12192000" cy="38734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latin typeface="Noto Sans" panose="020B0502040504020204" pitchFamily="34"/>
              <a:ea typeface="Noto Sans CJK KR Regular" panose="020B0500000000000000" pitchFamily="34" charset="-127"/>
              <a:cs typeface="Noto Sans" panose="020B0502040504020204" pitchFamily="34"/>
            </a:endParaRPr>
          </a:p>
        </p:txBody>
      </p:sp>
      <p:sp>
        <p:nvSpPr>
          <p:cNvPr id="3" name="Content Placeholder 2"/>
          <p:cNvSpPr>
            <a:spLocks noGrp="1"/>
          </p:cNvSpPr>
          <p:nvPr>
            <p:ph idx="1"/>
          </p:nvPr>
        </p:nvSpPr>
        <p:spPr>
          <a:xfrm>
            <a:off x="838200" y="1295407"/>
            <a:ext cx="10515600" cy="4881563"/>
          </a:xfrm>
        </p:spPr>
        <p:txBody>
          <a:bodyPr/>
          <a:lstStyle>
            <a:lvl1pPr>
              <a:lnSpc>
                <a:spcPct val="110000"/>
              </a:lnSpc>
              <a:defRPr b="1">
                <a:solidFill>
                  <a:schemeClr val="tx1">
                    <a:lumMod val="85000"/>
                    <a:lumOff val="15000"/>
                  </a:schemeClr>
                </a:solidFill>
                <a:latin typeface="Noto Sans" panose="020B0502040504020204" pitchFamily="34"/>
                <a:ea typeface="Noto Sans CJK KR Medium" panose="020B0600000000000000" pitchFamily="34" charset="-127"/>
                <a:cs typeface="Noto Sans" panose="020B0502040504020204" pitchFamily="34"/>
              </a:defRPr>
            </a:lvl1pPr>
            <a:lvl2pPr>
              <a:lnSpc>
                <a:spcPct val="110000"/>
              </a:lnSpc>
              <a:defRPr b="0">
                <a:solidFill>
                  <a:schemeClr val="tx1">
                    <a:lumMod val="85000"/>
                    <a:lumOff val="15000"/>
                  </a:schemeClr>
                </a:solidFill>
                <a:latin typeface="Noto Sans" panose="020B0502040504020204" pitchFamily="34"/>
                <a:ea typeface="Noto Sans CJK KR Regular" panose="020B0500000000000000" pitchFamily="34" charset="-127"/>
                <a:cs typeface="Noto Sans" panose="020B0502040504020204" pitchFamily="34"/>
              </a:defRPr>
            </a:lvl2pPr>
            <a:lvl3pPr>
              <a:lnSpc>
                <a:spcPct val="110000"/>
              </a:lnSpc>
              <a:defRPr>
                <a:solidFill>
                  <a:schemeClr val="tx1">
                    <a:lumMod val="85000"/>
                    <a:lumOff val="15000"/>
                  </a:schemeClr>
                </a:solidFill>
                <a:latin typeface="Noto Sans" panose="020B0502040504020204" pitchFamily="34"/>
                <a:ea typeface="Noto Sans CJK KR Regular" panose="020B0500000000000000" pitchFamily="34" charset="-127"/>
                <a:cs typeface="Noto Sans" panose="020B0502040504020204" pitchFamily="34"/>
              </a:defRPr>
            </a:lvl3pPr>
            <a:lvl4pPr>
              <a:lnSpc>
                <a:spcPct val="110000"/>
              </a:lnSpc>
              <a:defRPr>
                <a:solidFill>
                  <a:schemeClr val="tx1">
                    <a:lumMod val="85000"/>
                    <a:lumOff val="15000"/>
                  </a:schemeClr>
                </a:solidFill>
                <a:latin typeface="Noto Sans" panose="020B0502040504020204" pitchFamily="34"/>
                <a:ea typeface="Noto Sans CJK KR Regular" panose="020B0500000000000000" pitchFamily="34" charset="-127"/>
                <a:cs typeface="Noto Sans" panose="020B0502040504020204" pitchFamily="34"/>
              </a:defRPr>
            </a:lvl4pPr>
            <a:lvl5pPr>
              <a:lnSpc>
                <a:spcPct val="110000"/>
              </a:lnSpc>
              <a:defRPr>
                <a:solidFill>
                  <a:schemeClr val="tx1">
                    <a:lumMod val="85000"/>
                    <a:lumOff val="15000"/>
                  </a:schemeClr>
                </a:solidFill>
                <a:latin typeface="Noto Sans" panose="020B0502040504020204" pitchFamily="34"/>
                <a:ea typeface="Noto Sans CJK KR Regular" panose="020B0500000000000000" pitchFamily="34" charset="-127"/>
                <a:cs typeface="Noto Sans" panose="020B0502040504020204" pitchFamily="34"/>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13" name="Slide Number Placeholder 5"/>
          <p:cNvSpPr>
            <a:spLocks noGrp="1"/>
          </p:cNvSpPr>
          <p:nvPr>
            <p:ph type="sldNum" sz="quarter" idx="12"/>
          </p:nvPr>
        </p:nvSpPr>
        <p:spPr>
          <a:xfrm>
            <a:off x="10668000" y="6480183"/>
            <a:ext cx="685800" cy="365125"/>
          </a:xfrm>
        </p:spPr>
        <p:txBody>
          <a:bodyPr/>
          <a:lstStyle>
            <a:lvl1pPr>
              <a:defRPr>
                <a:latin typeface="Noto Sans" panose="020B0502040504020204" pitchFamily="34"/>
                <a:ea typeface="Noto Sans CJK KR Regular" panose="020B0500000000000000" pitchFamily="34" charset="-127"/>
                <a:cs typeface="Noto Sans" panose="020B0502040504020204" pitchFamily="34"/>
              </a:defRPr>
            </a:lvl1pPr>
          </a:lstStyle>
          <a:p>
            <a:fld id="{60713B85-413F-4AF8-87EF-6B2EC5D22D3F}" type="slidenum">
              <a:rPr lang="ko-KR" altLang="en-US" smtClean="0"/>
              <a:pPr/>
              <a:t>‹#›</a:t>
            </a:fld>
            <a:endParaRPr lang="ko-KR" altLang="en-US" dirty="0"/>
          </a:p>
        </p:txBody>
      </p:sp>
      <p:sp>
        <p:nvSpPr>
          <p:cNvPr id="9" name="Title 1"/>
          <p:cNvSpPr>
            <a:spLocks noGrp="1"/>
          </p:cNvSpPr>
          <p:nvPr>
            <p:ph type="title"/>
          </p:nvPr>
        </p:nvSpPr>
        <p:spPr>
          <a:xfrm>
            <a:off x="838200" y="387355"/>
            <a:ext cx="10515600" cy="614363"/>
          </a:xfrm>
        </p:spPr>
        <p:txBody>
          <a:bodyPr>
            <a:noAutofit/>
          </a:bodyPr>
          <a:lstStyle>
            <a:lvl1pPr>
              <a:defRPr sz="4400" b="1">
                <a:solidFill>
                  <a:schemeClr val="accent1">
                    <a:lumMod val="50000"/>
                  </a:schemeClr>
                </a:solidFill>
                <a:latin typeface="Noto Sans" panose="020B0502040504020204" pitchFamily="34"/>
                <a:ea typeface="Noto Sans CJK KR Bold" panose="020B0800000000000000" pitchFamily="34" charset="-127"/>
                <a:cs typeface="Noto Sans" panose="020B0502040504020204" pitchFamily="34"/>
              </a:defRPr>
            </a:lvl1pPr>
          </a:lstStyle>
          <a:p>
            <a:r>
              <a:rPr lang="ko-KR" altLang="en-US" dirty="0"/>
              <a:t>마스터 제목 스타일 편집</a:t>
            </a:r>
            <a:endParaRPr lang="en-US" dirty="0"/>
          </a:p>
        </p:txBody>
      </p:sp>
    </p:spTree>
    <p:extLst>
      <p:ext uri="{BB962C8B-B14F-4D97-AF65-F5344CB8AC3E}">
        <p14:creationId xmlns:p14="http://schemas.microsoft.com/office/powerpoint/2010/main" val="3245552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사용자 지정 레이아웃">
    <p:spTree>
      <p:nvGrpSpPr>
        <p:cNvPr id="1" name=""/>
        <p:cNvGrpSpPr/>
        <p:nvPr/>
      </p:nvGrpSpPr>
      <p:grpSpPr>
        <a:xfrm>
          <a:off x="0" y="0"/>
          <a:ext cx="0" cy="0"/>
          <a:chOff x="0" y="0"/>
          <a:chExt cx="0" cy="0"/>
        </a:xfrm>
      </p:grpSpPr>
      <p:sp>
        <p:nvSpPr>
          <p:cNvPr id="6" name="직사각형 5"/>
          <p:cNvSpPr/>
          <p:nvPr userDrawn="1"/>
        </p:nvSpPr>
        <p:spPr>
          <a:xfrm>
            <a:off x="0" y="6470658"/>
            <a:ext cx="12192000" cy="387349"/>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latin typeface="Noto Sans" panose="020B0502040504020204" pitchFamily="34"/>
              <a:ea typeface="나눔바른고딕" panose="020B0603020101020101" pitchFamily="50" charset="-127"/>
              <a:cs typeface="Noto Sans" panose="020B0502040504020204" pitchFamily="34"/>
            </a:endParaRPr>
          </a:p>
        </p:txBody>
      </p:sp>
      <p:sp>
        <p:nvSpPr>
          <p:cNvPr id="7" name="Title 1"/>
          <p:cNvSpPr>
            <a:spLocks noGrp="1"/>
          </p:cNvSpPr>
          <p:nvPr>
            <p:ph type="title"/>
          </p:nvPr>
        </p:nvSpPr>
        <p:spPr>
          <a:xfrm>
            <a:off x="838200" y="387355"/>
            <a:ext cx="10515600" cy="614363"/>
          </a:xfrm>
        </p:spPr>
        <p:txBody>
          <a:bodyPr>
            <a:noAutofit/>
          </a:bodyPr>
          <a:lstStyle>
            <a:lvl1pPr>
              <a:defRPr sz="4400" b="1">
                <a:solidFill>
                  <a:schemeClr val="accent1">
                    <a:lumMod val="50000"/>
                  </a:schemeClr>
                </a:solidFill>
                <a:latin typeface="Noto Sans" panose="020B0502040504020204" pitchFamily="34"/>
                <a:ea typeface="Noto Sans CJK KR Bold" panose="020B0800000000000000" pitchFamily="34" charset="-127"/>
                <a:cs typeface="Noto Sans" panose="020B0502040504020204" pitchFamily="34"/>
              </a:defRPr>
            </a:lvl1pPr>
          </a:lstStyle>
          <a:p>
            <a:r>
              <a:rPr lang="ko-KR" altLang="en-US" dirty="0"/>
              <a:t>마스터 제목 스타일 편집</a:t>
            </a:r>
            <a:endParaRPr lang="en-US" dirty="0"/>
          </a:p>
        </p:txBody>
      </p:sp>
      <p:sp>
        <p:nvSpPr>
          <p:cNvPr id="8" name="Content Placeholder 2"/>
          <p:cNvSpPr>
            <a:spLocks noGrp="1"/>
          </p:cNvSpPr>
          <p:nvPr>
            <p:ph idx="1"/>
          </p:nvPr>
        </p:nvSpPr>
        <p:spPr>
          <a:xfrm>
            <a:off x="838200" y="1295407"/>
            <a:ext cx="10515600" cy="4881563"/>
          </a:xfrm>
        </p:spPr>
        <p:txBody>
          <a:bodyPr/>
          <a:lstStyle>
            <a:lvl1pPr>
              <a:lnSpc>
                <a:spcPct val="110000"/>
              </a:lnSpc>
              <a:defRPr b="1">
                <a:solidFill>
                  <a:schemeClr val="tx1">
                    <a:lumMod val="85000"/>
                    <a:lumOff val="15000"/>
                  </a:schemeClr>
                </a:solidFill>
                <a:latin typeface="Noto Sans" panose="020B0502040504020204" pitchFamily="34"/>
                <a:ea typeface="Noto Sans CJK KR Medium" panose="020B0600000000000000" pitchFamily="34" charset="-127"/>
                <a:cs typeface="Noto Sans" panose="020B0502040504020204" pitchFamily="34"/>
              </a:defRPr>
            </a:lvl1pPr>
            <a:lvl2pPr>
              <a:lnSpc>
                <a:spcPct val="110000"/>
              </a:lnSpc>
              <a:defRPr>
                <a:solidFill>
                  <a:schemeClr val="tx1">
                    <a:lumMod val="85000"/>
                    <a:lumOff val="15000"/>
                  </a:schemeClr>
                </a:solidFill>
                <a:latin typeface="Noto Sans" panose="020B0502040504020204" pitchFamily="34"/>
                <a:ea typeface="Noto Sans CJK KR Regular" panose="020B0500000000000000" pitchFamily="34" charset="-127"/>
                <a:cs typeface="Noto Sans" panose="020B0502040504020204" pitchFamily="34"/>
              </a:defRPr>
            </a:lvl2pPr>
            <a:lvl3pPr>
              <a:lnSpc>
                <a:spcPct val="110000"/>
              </a:lnSpc>
              <a:defRPr>
                <a:solidFill>
                  <a:schemeClr val="tx1">
                    <a:lumMod val="85000"/>
                    <a:lumOff val="15000"/>
                  </a:schemeClr>
                </a:solidFill>
                <a:latin typeface="Noto Sans" panose="020B0502040504020204" pitchFamily="34"/>
                <a:ea typeface="Noto Sans CJK KR Regular" panose="020B0500000000000000" pitchFamily="34" charset="-127"/>
                <a:cs typeface="Noto Sans" panose="020B0502040504020204" pitchFamily="34"/>
              </a:defRPr>
            </a:lvl3pPr>
            <a:lvl4pPr>
              <a:lnSpc>
                <a:spcPct val="110000"/>
              </a:lnSpc>
              <a:defRPr>
                <a:solidFill>
                  <a:schemeClr val="tx1">
                    <a:lumMod val="85000"/>
                    <a:lumOff val="15000"/>
                  </a:schemeClr>
                </a:solidFill>
                <a:latin typeface="Noto Sans" panose="020B0502040504020204" pitchFamily="34"/>
                <a:ea typeface="Noto Sans CJK KR Regular" panose="020B0500000000000000" pitchFamily="34" charset="-127"/>
                <a:cs typeface="Noto Sans" panose="020B0502040504020204" pitchFamily="34"/>
              </a:defRPr>
            </a:lvl4pPr>
            <a:lvl5pPr>
              <a:lnSpc>
                <a:spcPct val="110000"/>
              </a:lnSpc>
              <a:defRPr>
                <a:solidFill>
                  <a:schemeClr val="tx1">
                    <a:lumMod val="85000"/>
                    <a:lumOff val="15000"/>
                  </a:schemeClr>
                </a:solidFill>
                <a:latin typeface="Noto Sans" panose="020B0502040504020204" pitchFamily="34"/>
                <a:ea typeface="Noto Sans CJK KR Regular" panose="020B0500000000000000" pitchFamily="34" charset="-127"/>
                <a:cs typeface="Noto Sans" panose="020B0502040504020204" pitchFamily="34"/>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11" name="Slide Number Placeholder 5"/>
          <p:cNvSpPr>
            <a:spLocks noGrp="1"/>
          </p:cNvSpPr>
          <p:nvPr>
            <p:ph type="sldNum" sz="quarter" idx="12"/>
          </p:nvPr>
        </p:nvSpPr>
        <p:spPr>
          <a:xfrm>
            <a:off x="10668000" y="6480183"/>
            <a:ext cx="685800" cy="365125"/>
          </a:xfrm>
        </p:spPr>
        <p:txBody>
          <a:bodyPr/>
          <a:lstStyle>
            <a:lvl1pPr>
              <a:defRPr>
                <a:latin typeface="Noto Sans" panose="020B0502040504020204" pitchFamily="34"/>
                <a:ea typeface="나눔바른고딕" panose="020B0603020101020101" pitchFamily="50" charset="-127"/>
                <a:cs typeface="Noto Sans" panose="020B0502040504020204" pitchFamily="34"/>
              </a:defRPr>
            </a:lvl1pPr>
          </a:lstStyle>
          <a:p>
            <a:fld id="{60713B85-413F-4AF8-87EF-6B2EC5D22D3F}" type="slidenum">
              <a:rPr lang="ko-KR" altLang="en-US" smtClean="0"/>
              <a:pPr/>
              <a:t>‹#›</a:t>
            </a:fld>
            <a:endParaRPr lang="ko-KR" altLang="en-US" dirty="0"/>
          </a:p>
        </p:txBody>
      </p:sp>
      <p:sp>
        <p:nvSpPr>
          <p:cNvPr id="12" name="직사각형 11"/>
          <p:cNvSpPr/>
          <p:nvPr userDrawn="1"/>
        </p:nvSpPr>
        <p:spPr>
          <a:xfrm flipV="1">
            <a:off x="0" y="-1"/>
            <a:ext cx="12192000" cy="17780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latin typeface="Noto Sans" panose="020B0502040504020204" pitchFamily="34"/>
              <a:ea typeface="나눔바른고딕" panose="020B0603020101020101" pitchFamily="50" charset="-127"/>
              <a:cs typeface="Noto Sans" panose="020B0502040504020204" pitchFamily="34"/>
            </a:endParaRPr>
          </a:p>
        </p:txBody>
      </p:sp>
      <p:sp>
        <p:nvSpPr>
          <p:cNvPr id="14" name="내용 개체 틀 13"/>
          <p:cNvSpPr>
            <a:spLocks noGrp="1"/>
          </p:cNvSpPr>
          <p:nvPr>
            <p:ph sz="quarter" idx="13" hasCustomPrompt="1"/>
          </p:nvPr>
        </p:nvSpPr>
        <p:spPr>
          <a:xfrm>
            <a:off x="0" y="-1"/>
            <a:ext cx="12192000" cy="366317"/>
          </a:xfrm>
        </p:spPr>
        <p:txBody>
          <a:bodyPr anchor="ctr">
            <a:normAutofit/>
          </a:bodyPr>
          <a:lstStyle>
            <a:lvl1pPr marL="0" indent="0">
              <a:buNone/>
              <a:defRPr sz="1600" b="1">
                <a:solidFill>
                  <a:schemeClr val="accent5">
                    <a:lumMod val="75000"/>
                  </a:schemeClr>
                </a:solidFill>
                <a:latin typeface="Noto Sans" panose="020B0502040504020204" pitchFamily="34"/>
                <a:ea typeface="Noto Sans CJK KR Medium" panose="020B0600000000000000" pitchFamily="34" charset="-127"/>
                <a:cs typeface="Noto Sans" panose="020B0502040504020204" pitchFamily="34"/>
              </a:defRPr>
            </a:lvl1pPr>
          </a:lstStyle>
          <a:p>
            <a:pPr lvl="0"/>
            <a:r>
              <a:rPr lang="ko-KR" altLang="en-US" dirty="0"/>
              <a:t>큰 제목</a:t>
            </a:r>
          </a:p>
        </p:txBody>
      </p:sp>
    </p:spTree>
    <p:extLst>
      <p:ext uri="{BB962C8B-B14F-4D97-AF65-F5344CB8AC3E}">
        <p14:creationId xmlns:p14="http://schemas.microsoft.com/office/powerpoint/2010/main" val="353397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Session - ENG - without tex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C06BCBC1-7984-29EC-810A-050E8BE46D99}"/>
              </a:ext>
            </a:extLst>
          </p:cNvPr>
          <p:cNvSpPr>
            <a:spLocks noGrp="1"/>
          </p:cNvSpPr>
          <p:nvPr>
            <p:ph type="dt" sz="half" idx="10"/>
          </p:nvPr>
        </p:nvSpPr>
        <p:spPr/>
        <p:txBody>
          <a:bodyPr/>
          <a:lstStyle/>
          <a:p>
            <a:fld id="{A6894684-00AF-422F-9E70-484377D91052}" type="datetimeFigureOut">
              <a:rPr lang="es-MX" smtClean="0"/>
              <a:t>11/05/2026</a:t>
            </a:fld>
            <a:endParaRPr lang="es-MX"/>
          </a:p>
        </p:txBody>
      </p:sp>
      <p:sp>
        <p:nvSpPr>
          <p:cNvPr id="4" name="Footer Placeholder 3">
            <a:extLst>
              <a:ext uri="{FF2B5EF4-FFF2-40B4-BE49-F238E27FC236}">
                <a16:creationId xmlns:a16="http://schemas.microsoft.com/office/drawing/2014/main" id="{0A1B3145-37D2-E8B1-3B08-4D8AED6D90E1}"/>
              </a:ext>
            </a:extLst>
          </p:cNvPr>
          <p:cNvSpPr>
            <a:spLocks noGrp="1"/>
          </p:cNvSpPr>
          <p:nvPr>
            <p:ph type="ftr" sz="quarter" idx="11"/>
          </p:nvPr>
        </p:nvSpPr>
        <p:spPr/>
        <p:txBody>
          <a:bodyPr/>
          <a:lstStyle/>
          <a:p>
            <a:endParaRPr lang="es-MX"/>
          </a:p>
        </p:txBody>
      </p:sp>
      <p:sp>
        <p:nvSpPr>
          <p:cNvPr id="5" name="Slide Number Placeholder 4">
            <a:extLst>
              <a:ext uri="{FF2B5EF4-FFF2-40B4-BE49-F238E27FC236}">
                <a16:creationId xmlns:a16="http://schemas.microsoft.com/office/drawing/2014/main" id="{44DC7513-1332-CA2B-38BA-4649F448339F}"/>
              </a:ext>
            </a:extLst>
          </p:cNvPr>
          <p:cNvSpPr>
            <a:spLocks noGrp="1"/>
          </p:cNvSpPr>
          <p:nvPr>
            <p:ph type="sldNum" sz="quarter" idx="12"/>
          </p:nvPr>
        </p:nvSpPr>
        <p:spPr/>
        <p:txBody>
          <a:bodyPr/>
          <a:lstStyle/>
          <a:p>
            <a:fld id="{7FC30F42-2E61-4F47-872B-F268A27A1A27}" type="slidenum">
              <a:rPr lang="es-MX" smtClean="0"/>
              <a:t>‹#›</a:t>
            </a:fld>
            <a:endParaRPr lang="es-MX"/>
          </a:p>
        </p:txBody>
      </p:sp>
      <p:pic>
        <p:nvPicPr>
          <p:cNvPr id="7" name="그림 6">
            <a:extLst>
              <a:ext uri="{FF2B5EF4-FFF2-40B4-BE49-F238E27FC236}">
                <a16:creationId xmlns:a16="http://schemas.microsoft.com/office/drawing/2014/main" id="{61D7BED2-F994-4335-A7C0-69C580AA8019}"/>
              </a:ext>
            </a:extLst>
          </p:cNvPr>
          <p:cNvPicPr>
            <a:picLocks noChangeAspect="1"/>
          </p:cNvPicPr>
          <p:nvPr userDrawn="1"/>
        </p:nvPicPr>
        <p:blipFill>
          <a:blip r:embed="rId2"/>
          <a:stretch>
            <a:fillRect/>
          </a:stretch>
        </p:blipFill>
        <p:spPr>
          <a:xfrm>
            <a:off x="-1" y="0"/>
            <a:ext cx="12277259" cy="6858000"/>
          </a:xfrm>
          <a:prstGeom prst="rect">
            <a:avLst/>
          </a:prstGeom>
        </p:spPr>
      </p:pic>
    </p:spTree>
    <p:extLst>
      <p:ext uri="{BB962C8B-B14F-4D97-AF65-F5344CB8AC3E}">
        <p14:creationId xmlns:p14="http://schemas.microsoft.com/office/powerpoint/2010/main" val="732107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Section Header - option 2">
    <p:spTree>
      <p:nvGrpSpPr>
        <p:cNvPr id="1" name=""/>
        <p:cNvGrpSpPr/>
        <p:nvPr/>
      </p:nvGrpSpPr>
      <p:grpSpPr>
        <a:xfrm>
          <a:off x="0" y="0"/>
          <a:ext cx="0" cy="0"/>
          <a:chOff x="0" y="0"/>
          <a:chExt cx="0" cy="0"/>
        </a:xfrm>
      </p:grpSpPr>
      <p:sp>
        <p:nvSpPr>
          <p:cNvPr id="7" name="Freeform 2">
            <a:extLst>
              <a:ext uri="{FF2B5EF4-FFF2-40B4-BE49-F238E27FC236}">
                <a16:creationId xmlns:a16="http://schemas.microsoft.com/office/drawing/2014/main" id="{329202D2-7400-B85C-E27C-1C43F148CDD2}"/>
              </a:ext>
            </a:extLst>
          </p:cNvPr>
          <p:cNvSpPr>
            <a:spLocks/>
          </p:cNvSpPr>
          <p:nvPr userDrawn="1"/>
        </p:nvSpPr>
        <p:spPr>
          <a:xfrm>
            <a:off x="0" y="0"/>
            <a:ext cx="12198350" cy="686972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txBody>
          <a:bodyPr/>
          <a:lstStyle/>
          <a:p>
            <a:endParaRPr lang="es-MX"/>
          </a:p>
        </p:txBody>
      </p:sp>
      <p:sp>
        <p:nvSpPr>
          <p:cNvPr id="2" name="Title 1">
            <a:extLst>
              <a:ext uri="{FF2B5EF4-FFF2-40B4-BE49-F238E27FC236}">
                <a16:creationId xmlns:a16="http://schemas.microsoft.com/office/drawing/2014/main" id="{C6A6E44D-AF4D-B0D0-2D38-17BF590B43A1}"/>
              </a:ext>
            </a:extLst>
          </p:cNvPr>
          <p:cNvSpPr>
            <a:spLocks noGrp="1"/>
          </p:cNvSpPr>
          <p:nvPr>
            <p:ph type="title"/>
          </p:nvPr>
        </p:nvSpPr>
        <p:spPr>
          <a:xfrm>
            <a:off x="831850" y="1709739"/>
            <a:ext cx="10515600" cy="1141154"/>
          </a:xfrm>
        </p:spPr>
        <p:txBody>
          <a:bodyPr anchor="ctr">
            <a:normAutofit/>
          </a:bodyPr>
          <a:lstStyle>
            <a:lvl1pPr>
              <a:defRPr sz="4400">
                <a:solidFill>
                  <a:schemeClr val="accent3"/>
                </a:solidFill>
              </a:defRPr>
            </a:lvl1pPr>
          </a:lstStyle>
          <a:p>
            <a:r>
              <a:rPr lang="en-US" dirty="0"/>
              <a:t>Click to edit Master title style</a:t>
            </a:r>
            <a:endParaRPr lang="es-MX" dirty="0"/>
          </a:p>
        </p:txBody>
      </p:sp>
      <p:sp>
        <p:nvSpPr>
          <p:cNvPr id="3" name="Text Placeholder 2">
            <a:extLst>
              <a:ext uri="{FF2B5EF4-FFF2-40B4-BE49-F238E27FC236}">
                <a16:creationId xmlns:a16="http://schemas.microsoft.com/office/drawing/2014/main" id="{B773F104-8DDE-A1E6-0719-100ACF2087DB}"/>
              </a:ext>
            </a:extLst>
          </p:cNvPr>
          <p:cNvSpPr>
            <a:spLocks noGrp="1"/>
          </p:cNvSpPr>
          <p:nvPr>
            <p:ph type="body" idx="1"/>
          </p:nvPr>
        </p:nvSpPr>
        <p:spPr>
          <a:xfrm>
            <a:off x="831850" y="2850893"/>
            <a:ext cx="10515600" cy="1594358"/>
          </a:xfrm>
        </p:spPr>
        <p:txBody>
          <a:bodyPr>
            <a:normAutofit/>
          </a:bodyPr>
          <a:lstStyle>
            <a:lvl1pPr marL="0" indent="0">
              <a:buNone/>
              <a:defRPr sz="4400">
                <a:solidFill>
                  <a:schemeClr val="tx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F69DBC-2956-8F47-4E6B-2E507E2D943D}"/>
              </a:ext>
            </a:extLst>
          </p:cNvPr>
          <p:cNvSpPr>
            <a:spLocks noGrp="1"/>
          </p:cNvSpPr>
          <p:nvPr>
            <p:ph type="dt" sz="half" idx="10"/>
          </p:nvPr>
        </p:nvSpPr>
        <p:spPr/>
        <p:txBody>
          <a:bodyPr/>
          <a:lstStyle/>
          <a:p>
            <a:fld id="{A6894684-00AF-422F-9E70-484377D91052}" type="datetimeFigureOut">
              <a:rPr lang="es-MX" smtClean="0"/>
              <a:t>11/05/2026</a:t>
            </a:fld>
            <a:endParaRPr lang="es-MX"/>
          </a:p>
        </p:txBody>
      </p:sp>
      <p:sp>
        <p:nvSpPr>
          <p:cNvPr id="5" name="Footer Placeholder 4">
            <a:extLst>
              <a:ext uri="{FF2B5EF4-FFF2-40B4-BE49-F238E27FC236}">
                <a16:creationId xmlns:a16="http://schemas.microsoft.com/office/drawing/2014/main" id="{96B8C4A3-03C4-5E35-EE53-3E35A3DCB12F}"/>
              </a:ext>
            </a:extLst>
          </p:cNvPr>
          <p:cNvSpPr>
            <a:spLocks noGrp="1"/>
          </p:cNvSpPr>
          <p:nvPr>
            <p:ph type="ftr" sz="quarter" idx="11"/>
          </p:nvPr>
        </p:nvSpPr>
        <p:spPr/>
        <p:txBody>
          <a:bodyPr/>
          <a:lstStyle/>
          <a:p>
            <a:endParaRPr lang="es-MX"/>
          </a:p>
        </p:txBody>
      </p:sp>
      <p:sp>
        <p:nvSpPr>
          <p:cNvPr id="6" name="Slide Number Placeholder 5">
            <a:extLst>
              <a:ext uri="{FF2B5EF4-FFF2-40B4-BE49-F238E27FC236}">
                <a16:creationId xmlns:a16="http://schemas.microsoft.com/office/drawing/2014/main" id="{82BA0968-75D8-3240-3B7B-524F6AC96083}"/>
              </a:ext>
            </a:extLst>
          </p:cNvPr>
          <p:cNvSpPr>
            <a:spLocks noGrp="1"/>
          </p:cNvSpPr>
          <p:nvPr>
            <p:ph type="sldNum" sz="quarter" idx="12"/>
          </p:nvPr>
        </p:nvSpPr>
        <p:spPr/>
        <p:txBody>
          <a:bodyPr/>
          <a:lstStyle/>
          <a:p>
            <a:fld id="{7FC30F42-2E61-4F47-872B-F268A27A1A27}" type="slidenum">
              <a:rPr lang="es-MX" smtClean="0"/>
              <a:t>‹#›</a:t>
            </a:fld>
            <a:endParaRPr lang="es-MX"/>
          </a:p>
        </p:txBody>
      </p:sp>
      <p:sp>
        <p:nvSpPr>
          <p:cNvPr id="8" name="Freeform 3">
            <a:extLst>
              <a:ext uri="{FF2B5EF4-FFF2-40B4-BE49-F238E27FC236}">
                <a16:creationId xmlns:a16="http://schemas.microsoft.com/office/drawing/2014/main" id="{581A35D0-8E52-1D8E-E991-7D3488348053}"/>
              </a:ext>
            </a:extLst>
          </p:cNvPr>
          <p:cNvSpPr>
            <a:spLocks noGrp="1" noRot="1" noMove="1" noResize="1" noEditPoints="1" noAdjustHandles="1" noChangeArrowheads="1" noChangeShapeType="1"/>
          </p:cNvSpPr>
          <p:nvPr userDrawn="1"/>
        </p:nvSpPr>
        <p:spPr>
          <a:xfrm>
            <a:off x="-93133" y="5121977"/>
            <a:ext cx="12285133" cy="1747743"/>
          </a:xfrm>
          <a:custGeom>
            <a:avLst/>
            <a:gdLst/>
            <a:ahLst/>
            <a:cxnLst/>
            <a:rect l="l" t="t" r="r" b="b"/>
            <a:pathLst>
              <a:path w="18532496" h="5054317">
                <a:moveTo>
                  <a:pt x="0" y="0"/>
                </a:moveTo>
                <a:lnTo>
                  <a:pt x="18532496" y="0"/>
                </a:lnTo>
                <a:lnTo>
                  <a:pt x="18532496" y="5054317"/>
                </a:lnTo>
                <a:lnTo>
                  <a:pt x="0" y="5054317"/>
                </a:lnTo>
                <a:lnTo>
                  <a:pt x="0" y="0"/>
                </a:lnTo>
                <a:close/>
              </a:path>
            </a:pathLst>
          </a:custGeom>
          <a:blipFill>
            <a:blip r:embed="rId3">
              <a:alphaModFix amt="18000"/>
              <a:extLst>
                <a:ext uri="{96DAC541-7B7A-43D3-8B79-37D633B846F1}">
                  <asvg:svgBlip xmlns:asvg="http://schemas.microsoft.com/office/drawing/2016/SVG/main" r:embed="rId4"/>
                </a:ext>
              </a:extLst>
            </a:blip>
            <a:stretch>
              <a:fillRect b="-67924"/>
            </a:stretch>
          </a:blipFill>
        </p:spPr>
        <p:txBody>
          <a:bodyPr/>
          <a:lstStyle/>
          <a:p>
            <a:endParaRPr lang="es-MX"/>
          </a:p>
        </p:txBody>
      </p:sp>
      <p:sp>
        <p:nvSpPr>
          <p:cNvPr id="9" name="Freeform 4">
            <a:extLst>
              <a:ext uri="{FF2B5EF4-FFF2-40B4-BE49-F238E27FC236}">
                <a16:creationId xmlns:a16="http://schemas.microsoft.com/office/drawing/2014/main" id="{14A5ADE2-91DE-370D-21C5-8058DD63D938}"/>
              </a:ext>
            </a:extLst>
          </p:cNvPr>
          <p:cNvSpPr>
            <a:spLocks/>
          </p:cNvSpPr>
          <p:nvPr userDrawn="1"/>
        </p:nvSpPr>
        <p:spPr>
          <a:xfrm flipV="1">
            <a:off x="0" y="-1"/>
            <a:ext cx="12192000" cy="1468529"/>
          </a:xfrm>
          <a:custGeom>
            <a:avLst/>
            <a:gdLst/>
            <a:ahLst/>
            <a:cxnLst/>
            <a:rect l="l" t="t" r="r" b="b"/>
            <a:pathLst>
              <a:path w="18532496" h="5054317">
                <a:moveTo>
                  <a:pt x="0" y="5054318"/>
                </a:moveTo>
                <a:lnTo>
                  <a:pt x="18532496" y="5054318"/>
                </a:lnTo>
                <a:lnTo>
                  <a:pt x="18532496" y="0"/>
                </a:lnTo>
                <a:lnTo>
                  <a:pt x="0" y="0"/>
                </a:lnTo>
                <a:lnTo>
                  <a:pt x="0" y="5054318"/>
                </a:lnTo>
                <a:close/>
              </a:path>
            </a:pathLst>
          </a:custGeom>
          <a:blipFill>
            <a:blip r:embed="rId3">
              <a:alphaModFix amt="12000"/>
              <a:extLst>
                <a:ext uri="{96DAC541-7B7A-43D3-8B79-37D633B846F1}">
                  <asvg:svgBlip xmlns:asvg="http://schemas.microsoft.com/office/drawing/2016/SVG/main" r:embed="rId4"/>
                </a:ext>
              </a:extLst>
            </a:blip>
            <a:stretch>
              <a:fillRect b="-100000"/>
            </a:stretch>
          </a:blipFill>
        </p:spPr>
        <p:txBody>
          <a:bodyPr/>
          <a:lstStyle/>
          <a:p>
            <a:endParaRPr lang="es-MX"/>
          </a:p>
        </p:txBody>
      </p:sp>
      <p:sp>
        <p:nvSpPr>
          <p:cNvPr id="12" name="Text Placeholder 2">
            <a:extLst>
              <a:ext uri="{FF2B5EF4-FFF2-40B4-BE49-F238E27FC236}">
                <a16:creationId xmlns:a16="http://schemas.microsoft.com/office/drawing/2014/main" id="{0C6718F5-4CB2-A424-FD1A-5CC53BB88C2C}"/>
              </a:ext>
            </a:extLst>
          </p:cNvPr>
          <p:cNvSpPr>
            <a:spLocks noGrp="1"/>
          </p:cNvSpPr>
          <p:nvPr>
            <p:ph type="body" idx="13" hasCustomPrompt="1"/>
          </p:nvPr>
        </p:nvSpPr>
        <p:spPr>
          <a:xfrm>
            <a:off x="791633" y="4550797"/>
            <a:ext cx="5156494" cy="1594358"/>
          </a:xfrm>
        </p:spPr>
        <p:txBody>
          <a:bodyPr>
            <a:normAutofit/>
          </a:bodyPr>
          <a:lstStyle>
            <a:lvl1pPr marL="0" indent="0">
              <a:buNone/>
              <a:defRPr sz="2400">
                <a:solidFill>
                  <a:schemeClr val="accent6"/>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Speaker Name</a:t>
            </a:r>
          </a:p>
          <a:p>
            <a:pPr lvl="0"/>
            <a:r>
              <a:rPr lang="en-US"/>
              <a:t>Title</a:t>
            </a:r>
          </a:p>
          <a:p>
            <a:pPr lvl="0"/>
            <a:r>
              <a:rPr lang="en-US"/>
              <a:t>Role</a:t>
            </a:r>
          </a:p>
          <a:p>
            <a:pPr lvl="0"/>
            <a:endParaRPr lang="en-US"/>
          </a:p>
        </p:txBody>
      </p:sp>
      <p:sp>
        <p:nvSpPr>
          <p:cNvPr id="13" name="Text Placeholder 2">
            <a:extLst>
              <a:ext uri="{FF2B5EF4-FFF2-40B4-BE49-F238E27FC236}">
                <a16:creationId xmlns:a16="http://schemas.microsoft.com/office/drawing/2014/main" id="{B28653AB-9915-A1B3-34BF-C7AA9C6808D9}"/>
              </a:ext>
            </a:extLst>
          </p:cNvPr>
          <p:cNvSpPr>
            <a:spLocks noGrp="1"/>
          </p:cNvSpPr>
          <p:nvPr>
            <p:ph type="body" idx="14" hasCustomPrompt="1"/>
          </p:nvPr>
        </p:nvSpPr>
        <p:spPr>
          <a:xfrm>
            <a:off x="6096000" y="4550797"/>
            <a:ext cx="5249941" cy="1594358"/>
          </a:xfrm>
        </p:spPr>
        <p:txBody>
          <a:bodyPr>
            <a:normAutofit/>
          </a:bodyPr>
          <a:lstStyle>
            <a:lvl1pPr marL="0" indent="0">
              <a:buNone/>
              <a:defRPr sz="2400">
                <a:solidFill>
                  <a:schemeClr val="accent6"/>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Speaker Name</a:t>
            </a:r>
          </a:p>
          <a:p>
            <a:pPr lvl="0"/>
            <a:r>
              <a:rPr lang="en-US"/>
              <a:t>Title</a:t>
            </a:r>
          </a:p>
          <a:p>
            <a:pPr lvl="0"/>
            <a:r>
              <a:rPr lang="en-US"/>
              <a:t>Role</a:t>
            </a:r>
          </a:p>
          <a:p>
            <a:pPr lvl="0"/>
            <a:endParaRPr lang="en-US"/>
          </a:p>
        </p:txBody>
      </p:sp>
      <p:pic>
        <p:nvPicPr>
          <p:cNvPr id="11" name="그림 10">
            <a:extLst>
              <a:ext uri="{FF2B5EF4-FFF2-40B4-BE49-F238E27FC236}">
                <a16:creationId xmlns:a16="http://schemas.microsoft.com/office/drawing/2014/main" id="{7EAEC01F-DFF3-4A63-9C43-54EED0E5DD94}"/>
              </a:ext>
            </a:extLst>
          </p:cNvPr>
          <p:cNvPicPr>
            <a:picLocks noChangeAspect="1"/>
          </p:cNvPicPr>
          <p:nvPr userDrawn="1"/>
        </p:nvPicPr>
        <p:blipFill>
          <a:blip r:embed="rId5"/>
          <a:stretch>
            <a:fillRect/>
          </a:stretch>
        </p:blipFill>
        <p:spPr>
          <a:xfrm>
            <a:off x="838200" y="436058"/>
            <a:ext cx="5334596" cy="821623"/>
          </a:xfrm>
          <a:prstGeom prst="rect">
            <a:avLst/>
          </a:prstGeom>
        </p:spPr>
      </p:pic>
    </p:spTree>
    <p:extLst>
      <p:ext uri="{BB962C8B-B14F-4D97-AF65-F5344CB8AC3E}">
        <p14:creationId xmlns:p14="http://schemas.microsoft.com/office/powerpoint/2010/main" val="3423150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맑은 고딕" pitchFamily="50" charset="-127"/>
                <a:ea typeface="맑은 고딕" pitchFamily="50" charset="-127"/>
              </a:defRPr>
            </a:lvl1pPr>
          </a:lstStyle>
          <a:p>
            <a:endParaRPr lang="ko-KR"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맑은 고딕" pitchFamily="50" charset="-127"/>
                <a:ea typeface="맑은 고딕" pitchFamily="50" charset="-127"/>
              </a:defRPr>
            </a:lvl1pPr>
          </a:lstStyle>
          <a:p>
            <a:fld id="{6353835A-5E09-4503-B599-6DF340CA3988}" type="slidenum">
              <a:rPr lang="ko-KR" altLang="en-US" smtClean="0"/>
              <a:pPr/>
              <a:t>‹#›</a:t>
            </a:fld>
            <a:endParaRPr lang="ko-KR" altLang="en-US"/>
          </a:p>
        </p:txBody>
      </p:sp>
    </p:spTree>
    <p:extLst>
      <p:ext uri="{BB962C8B-B14F-4D97-AF65-F5344CB8AC3E}">
        <p14:creationId xmlns:p14="http://schemas.microsoft.com/office/powerpoint/2010/main" val="35715674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87" r:id="rId3"/>
    <p:sldLayoutId id="2147483676" r:id="rId4"/>
    <p:sldLayoutId id="2147483690" r:id="rId5"/>
    <p:sldLayoutId id="2147483693" r:id="rId6"/>
    <p:sldLayoutId id="2147483694" r:id="rId7"/>
    <p:sldLayoutId id="2147483696" r:id="rId8"/>
    <p:sldLayoutId id="2147483697" r:id="rId9"/>
  </p:sldLayoutIdLst>
  <p:hf hdr="0" dt="0"/>
  <p:txStyles>
    <p:titleStyle>
      <a:lvl1pPr algn="l" defTabSz="914400" rtl="0" eaLnBrk="1" latinLnBrk="1" hangingPunct="1">
        <a:lnSpc>
          <a:spcPct val="90000"/>
        </a:lnSpc>
        <a:spcBef>
          <a:spcPct val="0"/>
        </a:spcBef>
        <a:buNone/>
        <a:defRPr sz="4400" kern="1200">
          <a:solidFill>
            <a:schemeClr val="tx1"/>
          </a:solidFill>
          <a:latin typeface="맑은 고딕" pitchFamily="50" charset="-127"/>
          <a:ea typeface="맑은 고딕" pitchFamily="50"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맑은 고딕" pitchFamily="50" charset="-127"/>
          <a:ea typeface="맑은 고딕" pitchFamily="50"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맑은 고딕" pitchFamily="50" charset="-127"/>
          <a:ea typeface="맑은 고딕" pitchFamily="50"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맑은 고딕" pitchFamily="50" charset="-127"/>
          <a:ea typeface="맑은 고딕" pitchFamily="50"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맑은 고딕" pitchFamily="50" charset="-127"/>
          <a:ea typeface="맑은 고딕" pitchFamily="50"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맑은 고딕" pitchFamily="50" charset="-127"/>
          <a:ea typeface="맑은 고딕"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image" Target="../media/image29.png"/><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6.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hyperlink" Target="https://docs.nvidia.com/cuda/cutile-python/index.html" TargetMode="External"/><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5.xml"/><Relationship Id="rId4" Type="http://schemas.openxmlformats.org/officeDocument/2006/relationships/image" Target="../media/image63.png"/></Relationships>
</file>

<file path=ppt/slides/_rels/slide4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hyperlink" Target="https://download.pytorch.org/whl/cu130"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98971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바닥글 개체 틀 1">
            <a:extLst>
              <a:ext uri="{FF2B5EF4-FFF2-40B4-BE49-F238E27FC236}">
                <a16:creationId xmlns:a16="http://schemas.microsoft.com/office/drawing/2014/main" id="{D75841D1-3293-49EF-B8A4-D88EFB292C51}"/>
              </a:ext>
            </a:extLst>
          </p:cNvPr>
          <p:cNvSpPr>
            <a:spLocks noGrp="1"/>
          </p:cNvSpPr>
          <p:nvPr>
            <p:ph type="ftr" sz="quarter" idx="11"/>
          </p:nvPr>
        </p:nvSpPr>
        <p:spPr/>
        <p:txBody>
          <a:bodyPr/>
          <a:lstStyle/>
          <a:p>
            <a:endParaRPr lang="es-MX"/>
          </a:p>
        </p:txBody>
      </p:sp>
      <p:sp>
        <p:nvSpPr>
          <p:cNvPr id="3" name="슬라이드 번호 개체 틀 2">
            <a:extLst>
              <a:ext uri="{FF2B5EF4-FFF2-40B4-BE49-F238E27FC236}">
                <a16:creationId xmlns:a16="http://schemas.microsoft.com/office/drawing/2014/main" id="{929BC9DF-A6BA-4FE0-A0C3-BAF7418F44AA}"/>
              </a:ext>
            </a:extLst>
          </p:cNvPr>
          <p:cNvSpPr>
            <a:spLocks noGrp="1"/>
          </p:cNvSpPr>
          <p:nvPr>
            <p:ph type="sldNum" sz="quarter" idx="12"/>
          </p:nvPr>
        </p:nvSpPr>
        <p:spPr/>
        <p:txBody>
          <a:bodyPr/>
          <a:lstStyle/>
          <a:p>
            <a:fld id="{7FC30F42-2E61-4F47-872B-F268A27A1A27}" type="slidenum">
              <a:rPr lang="es-MX" smtClean="0"/>
              <a:t>2</a:t>
            </a:fld>
            <a:endParaRPr lang="es-MX"/>
          </a:p>
        </p:txBody>
      </p:sp>
    </p:spTree>
    <p:extLst>
      <p:ext uri="{BB962C8B-B14F-4D97-AF65-F5344CB8AC3E}">
        <p14:creationId xmlns:p14="http://schemas.microsoft.com/office/powerpoint/2010/main" val="4216162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EB345912-FCA3-4069-937F-372979A04288}"/>
              </a:ext>
            </a:extLst>
          </p:cNvPr>
          <p:cNvPicPr>
            <a:picLocks noChangeAspect="1"/>
          </p:cNvPicPr>
          <p:nvPr/>
        </p:nvPicPr>
        <p:blipFill>
          <a:blip r:embed="rId2"/>
          <a:stretch>
            <a:fillRect/>
          </a:stretch>
        </p:blipFill>
        <p:spPr>
          <a:xfrm>
            <a:off x="0" y="30192"/>
            <a:ext cx="12169157" cy="6797615"/>
          </a:xfrm>
          <a:prstGeom prst="rect">
            <a:avLst/>
          </a:prstGeom>
        </p:spPr>
      </p:pic>
    </p:spTree>
    <p:extLst>
      <p:ext uri="{BB962C8B-B14F-4D97-AF65-F5344CB8AC3E}">
        <p14:creationId xmlns:p14="http://schemas.microsoft.com/office/powerpoint/2010/main" val="2600427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3C5BB69B-18BC-48E2-B2BB-583AF993D3E2}"/>
              </a:ext>
            </a:extLst>
          </p:cNvPr>
          <p:cNvSpPr>
            <a:spLocks noGrp="1"/>
          </p:cNvSpPr>
          <p:nvPr>
            <p:ph idx="1"/>
          </p:nvPr>
        </p:nvSpPr>
        <p:spPr>
          <a:xfrm>
            <a:off x="739140" y="1187323"/>
            <a:ext cx="4732020" cy="787917"/>
          </a:xfrm>
        </p:spPr>
        <p:txBody>
          <a:bodyPr>
            <a:normAutofit fontScale="85000" lnSpcReduction="10000"/>
          </a:bodyPr>
          <a:lstStyle/>
          <a:p>
            <a:r>
              <a:rPr lang="ko-KR" altLang="en-US" dirty="0" err="1"/>
              <a:t>시스템빌드</a:t>
            </a:r>
            <a:r>
              <a:rPr lang="ko-KR" altLang="en-US" dirty="0"/>
              <a:t> </a:t>
            </a:r>
            <a:r>
              <a:rPr lang="en-US" altLang="ko-KR" dirty="0"/>
              <a:t>on </a:t>
            </a:r>
            <a:r>
              <a:rPr lang="en-US" altLang="ko-KR" dirty="0" err="1"/>
              <a:t>Ollama</a:t>
            </a:r>
            <a:r>
              <a:rPr lang="en-US" altLang="ko-KR" dirty="0"/>
              <a:t>/</a:t>
            </a:r>
            <a:r>
              <a:rPr lang="en-US" altLang="ko-KR" dirty="0" err="1"/>
              <a:t>vLLM</a:t>
            </a:r>
            <a:endParaRPr lang="ko-KR" altLang="en-US" dirty="0"/>
          </a:p>
        </p:txBody>
      </p:sp>
      <p:sp>
        <p:nvSpPr>
          <p:cNvPr id="3" name="슬라이드 번호 개체 틀 2">
            <a:extLst>
              <a:ext uri="{FF2B5EF4-FFF2-40B4-BE49-F238E27FC236}">
                <a16:creationId xmlns:a16="http://schemas.microsoft.com/office/drawing/2014/main" id="{88863D0E-38D3-410E-BB44-3118B016A671}"/>
              </a:ext>
            </a:extLst>
          </p:cNvPr>
          <p:cNvSpPr>
            <a:spLocks noGrp="1"/>
          </p:cNvSpPr>
          <p:nvPr>
            <p:ph type="sldNum" sz="quarter" idx="12"/>
          </p:nvPr>
        </p:nvSpPr>
        <p:spPr/>
        <p:txBody>
          <a:bodyPr/>
          <a:lstStyle/>
          <a:p>
            <a:fld id="{60713B85-413F-4AF8-87EF-6B2EC5D22D3F}" type="slidenum">
              <a:rPr lang="ko-KR" altLang="en-US" smtClean="0"/>
              <a:pPr/>
              <a:t>4</a:t>
            </a:fld>
            <a:endParaRPr lang="ko-KR" altLang="en-US" dirty="0"/>
          </a:p>
        </p:txBody>
      </p:sp>
      <p:sp>
        <p:nvSpPr>
          <p:cNvPr id="4" name="제목 3">
            <a:extLst>
              <a:ext uri="{FF2B5EF4-FFF2-40B4-BE49-F238E27FC236}">
                <a16:creationId xmlns:a16="http://schemas.microsoft.com/office/drawing/2014/main" id="{69743CCB-9F86-4F27-8E16-7AB7A01ACF51}"/>
              </a:ext>
            </a:extLst>
          </p:cNvPr>
          <p:cNvSpPr>
            <a:spLocks noGrp="1"/>
          </p:cNvSpPr>
          <p:nvPr>
            <p:ph type="title"/>
          </p:nvPr>
        </p:nvSpPr>
        <p:spPr/>
        <p:txBody>
          <a:bodyPr/>
          <a:lstStyle/>
          <a:p>
            <a:r>
              <a:rPr lang="en-US" altLang="ko-KR" dirty="0"/>
              <a:t>AI Programming &amp; Engineering</a:t>
            </a:r>
            <a:endParaRPr lang="ko-KR" altLang="en-US" dirty="0"/>
          </a:p>
        </p:txBody>
      </p:sp>
      <p:sp>
        <p:nvSpPr>
          <p:cNvPr id="5" name="AutoShape 2" descr="Detailed comparison of Ollama vs vLLM">
            <a:extLst>
              <a:ext uri="{FF2B5EF4-FFF2-40B4-BE49-F238E27FC236}">
                <a16:creationId xmlns:a16="http://schemas.microsoft.com/office/drawing/2014/main" id="{EE118405-1261-4F83-8C6F-3FB58C082C5E}"/>
              </a:ext>
            </a:extLst>
          </p:cNvPr>
          <p:cNvSpPr>
            <a:spLocks noChangeAspect="1" noChangeArrowheads="1"/>
          </p:cNvSpPr>
          <p:nvPr/>
        </p:nvSpPr>
        <p:spPr bwMode="auto">
          <a:xfrm>
            <a:off x="4769963" y="3276599"/>
            <a:ext cx="1478437" cy="147843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9" name="TextBox 8">
            <a:extLst>
              <a:ext uri="{FF2B5EF4-FFF2-40B4-BE49-F238E27FC236}">
                <a16:creationId xmlns:a16="http://schemas.microsoft.com/office/drawing/2014/main" id="{78BAB3E0-9A46-4756-B2CD-CF921025B2A1}"/>
              </a:ext>
            </a:extLst>
          </p:cNvPr>
          <p:cNvSpPr txBox="1"/>
          <p:nvPr/>
        </p:nvSpPr>
        <p:spPr>
          <a:xfrm>
            <a:off x="5471160" y="1148158"/>
            <a:ext cx="6515100" cy="540533"/>
          </a:xfrm>
          <a:prstGeom prst="rect">
            <a:avLst/>
          </a:prstGeom>
          <a:noFill/>
        </p:spPr>
        <p:txBody>
          <a:bodyPr wrap="square" rtlCol="0">
            <a:spAutoFit/>
          </a:bodyPr>
          <a:lstStyle/>
          <a:p>
            <a:pPr marL="228600" indent="-228600">
              <a:lnSpc>
                <a:spcPct val="110000"/>
              </a:lnSpc>
              <a:spcBef>
                <a:spcPts val="1000"/>
              </a:spcBef>
              <a:buFont typeface="Arial" panose="020B0604020202020204" pitchFamily="34" charset="0"/>
              <a:buChar char="•"/>
            </a:pPr>
            <a:r>
              <a:rPr lang="en-US" altLang="ko-KR" sz="2800" b="1" dirty="0">
                <a:solidFill>
                  <a:schemeClr val="tx1">
                    <a:lumMod val="85000"/>
                    <a:lumOff val="15000"/>
                  </a:schemeClr>
                </a:solidFill>
                <a:latin typeface="Noto Sans" panose="020B0502040504020204" pitchFamily="34"/>
                <a:ea typeface="Noto Sans CJK KR Medium" panose="020B0600000000000000" pitchFamily="34" charset="-127"/>
                <a:cs typeface="Noto Sans" panose="020B0502040504020204" pitchFamily="34"/>
              </a:rPr>
              <a:t>Multi-layer architecture (AI Agent)</a:t>
            </a:r>
            <a:endParaRPr lang="ko-KR" altLang="en-US" sz="2800" b="1" dirty="0">
              <a:solidFill>
                <a:schemeClr val="tx1">
                  <a:lumMod val="85000"/>
                  <a:lumOff val="15000"/>
                </a:schemeClr>
              </a:solidFill>
              <a:latin typeface="Noto Sans" panose="020B0502040504020204" pitchFamily="34"/>
              <a:ea typeface="Noto Sans CJK KR Medium" panose="020B0600000000000000" pitchFamily="34" charset="-127"/>
              <a:cs typeface="Noto Sans" panose="020B0502040504020204" pitchFamily="34"/>
            </a:endParaRPr>
          </a:p>
        </p:txBody>
      </p:sp>
      <p:pic>
        <p:nvPicPr>
          <p:cNvPr id="10" name="그림 9">
            <a:extLst>
              <a:ext uri="{FF2B5EF4-FFF2-40B4-BE49-F238E27FC236}">
                <a16:creationId xmlns:a16="http://schemas.microsoft.com/office/drawing/2014/main" id="{1CBD48CE-0109-46BD-8FAE-02C3D302E9B3}"/>
              </a:ext>
            </a:extLst>
          </p:cNvPr>
          <p:cNvPicPr>
            <a:picLocks noChangeAspect="1"/>
          </p:cNvPicPr>
          <p:nvPr/>
        </p:nvPicPr>
        <p:blipFill>
          <a:blip r:embed="rId2"/>
          <a:stretch>
            <a:fillRect/>
          </a:stretch>
        </p:blipFill>
        <p:spPr>
          <a:xfrm>
            <a:off x="5721729" y="1760220"/>
            <a:ext cx="6368933" cy="4807705"/>
          </a:xfrm>
          <a:prstGeom prst="rect">
            <a:avLst/>
          </a:prstGeom>
        </p:spPr>
      </p:pic>
      <p:grpSp>
        <p:nvGrpSpPr>
          <p:cNvPr id="14" name="그룹 13">
            <a:extLst>
              <a:ext uri="{FF2B5EF4-FFF2-40B4-BE49-F238E27FC236}">
                <a16:creationId xmlns:a16="http://schemas.microsoft.com/office/drawing/2014/main" id="{517E3762-4D5D-4396-ADCE-DF817DC96226}"/>
              </a:ext>
            </a:extLst>
          </p:cNvPr>
          <p:cNvGrpSpPr/>
          <p:nvPr/>
        </p:nvGrpSpPr>
        <p:grpSpPr>
          <a:xfrm>
            <a:off x="739140" y="2252623"/>
            <a:ext cx="4732020" cy="3580249"/>
            <a:chOff x="739140" y="2252623"/>
            <a:chExt cx="4732020" cy="3580249"/>
          </a:xfrm>
        </p:grpSpPr>
        <p:pic>
          <p:nvPicPr>
            <p:cNvPr id="7" name="그림 6">
              <a:extLst>
                <a:ext uri="{FF2B5EF4-FFF2-40B4-BE49-F238E27FC236}">
                  <a16:creationId xmlns:a16="http://schemas.microsoft.com/office/drawing/2014/main" id="{BE16D336-8410-4EF6-8FAE-EDCE9FF79633}"/>
                </a:ext>
              </a:extLst>
            </p:cNvPr>
            <p:cNvPicPr>
              <a:picLocks noChangeAspect="1"/>
            </p:cNvPicPr>
            <p:nvPr/>
          </p:nvPicPr>
          <p:blipFill>
            <a:blip r:embed="rId3"/>
            <a:stretch>
              <a:fillRect/>
            </a:stretch>
          </p:blipFill>
          <p:spPr>
            <a:xfrm>
              <a:off x="1170614" y="3072505"/>
              <a:ext cx="3895000" cy="1963348"/>
            </a:xfrm>
            <a:prstGeom prst="rect">
              <a:avLst/>
            </a:prstGeom>
          </p:spPr>
        </p:pic>
        <p:sp>
          <p:nvSpPr>
            <p:cNvPr id="11" name="TextBox 10">
              <a:extLst>
                <a:ext uri="{FF2B5EF4-FFF2-40B4-BE49-F238E27FC236}">
                  <a16:creationId xmlns:a16="http://schemas.microsoft.com/office/drawing/2014/main" id="{CC9EC2CB-91BC-4C60-A682-C7AE63CD9B65}"/>
                </a:ext>
              </a:extLst>
            </p:cNvPr>
            <p:cNvSpPr txBox="1"/>
            <p:nvPr/>
          </p:nvSpPr>
          <p:spPr>
            <a:xfrm>
              <a:off x="739140" y="5463540"/>
              <a:ext cx="4732020" cy="3693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altLang="ko-KR" dirty="0"/>
                <a:t>Local</a:t>
              </a:r>
              <a:r>
                <a:rPr lang="ko-KR" altLang="en-US" dirty="0"/>
                <a:t> </a:t>
              </a:r>
              <a:r>
                <a:rPr lang="en-US" altLang="ko-KR" dirty="0"/>
                <a:t>Machine</a:t>
              </a:r>
              <a:endParaRPr lang="ko-KR" altLang="en-US" dirty="0"/>
            </a:p>
          </p:txBody>
        </p:sp>
        <p:sp>
          <p:nvSpPr>
            <p:cNvPr id="12" name="TextBox 11">
              <a:extLst>
                <a:ext uri="{FF2B5EF4-FFF2-40B4-BE49-F238E27FC236}">
                  <a16:creationId xmlns:a16="http://schemas.microsoft.com/office/drawing/2014/main" id="{9304EA55-B308-4B85-9E1C-D27625613F6B}"/>
                </a:ext>
              </a:extLst>
            </p:cNvPr>
            <p:cNvSpPr txBox="1"/>
            <p:nvPr/>
          </p:nvSpPr>
          <p:spPr>
            <a:xfrm>
              <a:off x="1546860" y="2648616"/>
              <a:ext cx="319278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altLang="ko-KR" dirty="0"/>
                <a:t>Agent Loop/Memory/Tools</a:t>
              </a:r>
              <a:endParaRPr lang="ko-KR" altLang="en-US" dirty="0"/>
            </a:p>
          </p:txBody>
        </p:sp>
        <p:sp>
          <p:nvSpPr>
            <p:cNvPr id="13" name="TextBox 12">
              <a:extLst>
                <a:ext uri="{FF2B5EF4-FFF2-40B4-BE49-F238E27FC236}">
                  <a16:creationId xmlns:a16="http://schemas.microsoft.com/office/drawing/2014/main" id="{49FED2A7-2BAA-40DE-BC6F-630E3E359EA1}"/>
                </a:ext>
              </a:extLst>
            </p:cNvPr>
            <p:cNvSpPr txBox="1"/>
            <p:nvPr/>
          </p:nvSpPr>
          <p:spPr>
            <a:xfrm>
              <a:off x="2217420" y="2252623"/>
              <a:ext cx="1897380" cy="369332"/>
            </a:xfrm>
            <a:prstGeom prst="rect">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US" altLang="ko-KR" dirty="0"/>
                <a:t>Agent</a:t>
              </a:r>
              <a:r>
                <a:rPr lang="ko-KR" altLang="en-US" dirty="0"/>
                <a:t> </a:t>
              </a:r>
              <a:r>
                <a:rPr lang="en-US" altLang="ko-KR" dirty="0"/>
                <a:t>Application</a:t>
              </a:r>
              <a:endParaRPr lang="ko-KR" altLang="en-US" dirty="0"/>
            </a:p>
          </p:txBody>
        </p:sp>
        <p:sp>
          <p:nvSpPr>
            <p:cNvPr id="15" name="TextBox 14">
              <a:extLst>
                <a:ext uri="{FF2B5EF4-FFF2-40B4-BE49-F238E27FC236}">
                  <a16:creationId xmlns:a16="http://schemas.microsoft.com/office/drawing/2014/main" id="{3474AC2C-4CF3-4683-A817-C3CB105537A2}"/>
                </a:ext>
              </a:extLst>
            </p:cNvPr>
            <p:cNvSpPr txBox="1"/>
            <p:nvPr/>
          </p:nvSpPr>
          <p:spPr>
            <a:xfrm>
              <a:off x="922492" y="5063413"/>
              <a:ext cx="4361607" cy="369332"/>
            </a:xfrm>
            <a:prstGeom prst="rect">
              <a:avLst/>
            </a:prstGeom>
            <a:solidFill>
              <a:schemeClr val="accent6">
                <a:lumMod val="50000"/>
                <a:lumOff val="50000"/>
              </a:schemeClr>
            </a:solidFill>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US" altLang="ko-KR" dirty="0"/>
                <a:t>CUDA</a:t>
              </a:r>
              <a:r>
                <a:rPr lang="ko-KR" altLang="en-US" dirty="0"/>
                <a:t> </a:t>
              </a:r>
              <a:r>
                <a:rPr lang="en-US" altLang="ko-KR" dirty="0"/>
                <a:t>Python</a:t>
              </a:r>
              <a:r>
                <a:rPr lang="ko-KR" altLang="en-US" dirty="0"/>
                <a:t> 생태계</a:t>
              </a:r>
            </a:p>
          </p:txBody>
        </p:sp>
      </p:grpSp>
    </p:spTree>
    <p:extLst>
      <p:ext uri="{BB962C8B-B14F-4D97-AF65-F5344CB8AC3E}">
        <p14:creationId xmlns:p14="http://schemas.microsoft.com/office/powerpoint/2010/main" val="10920276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361A03C6-FD3B-4A62-BDAD-BB5261DBF678}"/>
              </a:ext>
            </a:extLst>
          </p:cNvPr>
          <p:cNvSpPr>
            <a:spLocks noGrp="1"/>
          </p:cNvSpPr>
          <p:nvPr>
            <p:ph type="sldNum" sz="quarter" idx="12"/>
          </p:nvPr>
        </p:nvSpPr>
        <p:spPr/>
        <p:txBody>
          <a:bodyPr/>
          <a:lstStyle/>
          <a:p>
            <a:fld id="{60713B85-413F-4AF8-87EF-6B2EC5D22D3F}" type="slidenum">
              <a:rPr lang="ko-KR" altLang="en-US" smtClean="0"/>
              <a:pPr/>
              <a:t>5</a:t>
            </a:fld>
            <a:endParaRPr lang="ko-KR" altLang="en-US" dirty="0"/>
          </a:p>
        </p:txBody>
      </p:sp>
      <p:sp>
        <p:nvSpPr>
          <p:cNvPr id="5" name="제목 4">
            <a:extLst>
              <a:ext uri="{FF2B5EF4-FFF2-40B4-BE49-F238E27FC236}">
                <a16:creationId xmlns:a16="http://schemas.microsoft.com/office/drawing/2014/main" id="{4E7C6E9A-33F9-4C2A-8E69-210977D4F788}"/>
              </a:ext>
            </a:extLst>
          </p:cNvPr>
          <p:cNvSpPr>
            <a:spLocks noGrp="1"/>
          </p:cNvSpPr>
          <p:nvPr>
            <p:ph type="title"/>
          </p:nvPr>
        </p:nvSpPr>
        <p:spPr/>
        <p:txBody>
          <a:bodyPr/>
          <a:lstStyle/>
          <a:p>
            <a:r>
              <a:rPr lang="en-US" altLang="ko-KR" dirty="0"/>
              <a:t>AI Computer </a:t>
            </a:r>
            <a:r>
              <a:rPr lang="ko-KR" altLang="en-US" dirty="0"/>
              <a:t>란</a:t>
            </a:r>
            <a:r>
              <a:rPr lang="en-US" altLang="ko-KR" dirty="0"/>
              <a:t>?</a:t>
            </a:r>
            <a:endParaRPr lang="ko-KR" altLang="en-US" dirty="0"/>
          </a:p>
        </p:txBody>
      </p:sp>
    </p:spTree>
    <p:extLst>
      <p:ext uri="{BB962C8B-B14F-4D97-AF65-F5344CB8AC3E}">
        <p14:creationId xmlns:p14="http://schemas.microsoft.com/office/powerpoint/2010/main" val="4041290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361A03C6-FD3B-4A62-BDAD-BB5261DBF678}"/>
              </a:ext>
            </a:extLst>
          </p:cNvPr>
          <p:cNvSpPr>
            <a:spLocks noGrp="1"/>
          </p:cNvSpPr>
          <p:nvPr>
            <p:ph type="sldNum" sz="quarter" idx="12"/>
          </p:nvPr>
        </p:nvSpPr>
        <p:spPr/>
        <p:txBody>
          <a:bodyPr/>
          <a:lstStyle/>
          <a:p>
            <a:fld id="{60713B85-413F-4AF8-87EF-6B2EC5D22D3F}" type="slidenum">
              <a:rPr lang="ko-KR" altLang="en-US" smtClean="0"/>
              <a:pPr/>
              <a:t>6</a:t>
            </a:fld>
            <a:endParaRPr lang="ko-KR" altLang="en-US" dirty="0"/>
          </a:p>
        </p:txBody>
      </p:sp>
      <p:sp>
        <p:nvSpPr>
          <p:cNvPr id="5" name="제목 4">
            <a:extLst>
              <a:ext uri="{FF2B5EF4-FFF2-40B4-BE49-F238E27FC236}">
                <a16:creationId xmlns:a16="http://schemas.microsoft.com/office/drawing/2014/main" id="{4E7C6E9A-33F9-4C2A-8E69-210977D4F788}"/>
              </a:ext>
            </a:extLst>
          </p:cNvPr>
          <p:cNvSpPr>
            <a:spLocks noGrp="1"/>
          </p:cNvSpPr>
          <p:nvPr>
            <p:ph type="title"/>
          </p:nvPr>
        </p:nvSpPr>
        <p:spPr/>
        <p:txBody>
          <a:bodyPr/>
          <a:lstStyle/>
          <a:p>
            <a:r>
              <a:rPr lang="en-US" altLang="ko-KR" dirty="0"/>
              <a:t>AI Computer : CPU + GPU/NPU</a:t>
            </a:r>
            <a:endParaRPr lang="ko-KR" altLang="en-US" dirty="0"/>
          </a:p>
        </p:txBody>
      </p:sp>
      <p:sp>
        <p:nvSpPr>
          <p:cNvPr id="10" name="내용 개체 틀 1">
            <a:extLst>
              <a:ext uri="{FF2B5EF4-FFF2-40B4-BE49-F238E27FC236}">
                <a16:creationId xmlns:a16="http://schemas.microsoft.com/office/drawing/2014/main" id="{E8A2A332-084C-495F-A71E-F58B761F2596}"/>
              </a:ext>
            </a:extLst>
          </p:cNvPr>
          <p:cNvSpPr>
            <a:spLocks noGrp="1"/>
          </p:cNvSpPr>
          <p:nvPr>
            <p:ph idx="1"/>
          </p:nvPr>
        </p:nvSpPr>
        <p:spPr>
          <a:xfrm>
            <a:off x="838200" y="1653624"/>
            <a:ext cx="10879318" cy="3986685"/>
          </a:xfrm>
        </p:spPr>
        <p:txBody>
          <a:bodyPr>
            <a:normAutofit/>
          </a:bodyPr>
          <a:lstStyle/>
          <a:p>
            <a:r>
              <a:rPr lang="en-US" altLang="ko-KR" dirty="0"/>
              <a:t>CPU (left brain)                                                   GPU (right brain)</a:t>
            </a:r>
          </a:p>
          <a:p>
            <a:endParaRPr lang="en-US" altLang="ko-KR" dirty="0"/>
          </a:p>
          <a:p>
            <a:endParaRPr lang="en-US" altLang="ko-KR" dirty="0"/>
          </a:p>
          <a:p>
            <a:endParaRPr lang="en-US" altLang="ko-KR" dirty="0"/>
          </a:p>
          <a:p>
            <a:endParaRPr lang="en-US" altLang="ko-KR" dirty="0"/>
          </a:p>
          <a:p>
            <a:endParaRPr lang="en-US" altLang="ko-KR" dirty="0"/>
          </a:p>
        </p:txBody>
      </p:sp>
      <p:pic>
        <p:nvPicPr>
          <p:cNvPr id="12" name="그림 11">
            <a:extLst>
              <a:ext uri="{FF2B5EF4-FFF2-40B4-BE49-F238E27FC236}">
                <a16:creationId xmlns:a16="http://schemas.microsoft.com/office/drawing/2014/main" id="{8E76BBBF-1B0F-4306-AD02-F568E4A567C5}"/>
              </a:ext>
            </a:extLst>
          </p:cNvPr>
          <p:cNvPicPr>
            <a:picLocks noChangeAspect="1"/>
          </p:cNvPicPr>
          <p:nvPr/>
        </p:nvPicPr>
        <p:blipFill>
          <a:blip r:embed="rId2"/>
          <a:stretch>
            <a:fillRect/>
          </a:stretch>
        </p:blipFill>
        <p:spPr>
          <a:xfrm>
            <a:off x="4018380" y="1532737"/>
            <a:ext cx="4518958" cy="3392906"/>
          </a:xfrm>
          <a:prstGeom prst="rect">
            <a:avLst/>
          </a:prstGeom>
        </p:spPr>
      </p:pic>
      <p:sp>
        <p:nvSpPr>
          <p:cNvPr id="13" name="TextBox 12">
            <a:extLst>
              <a:ext uri="{FF2B5EF4-FFF2-40B4-BE49-F238E27FC236}">
                <a16:creationId xmlns:a16="http://schemas.microsoft.com/office/drawing/2014/main" id="{10F1B3D3-31FE-4668-AD57-AB03440219E4}"/>
              </a:ext>
            </a:extLst>
          </p:cNvPr>
          <p:cNvSpPr txBox="1"/>
          <p:nvPr/>
        </p:nvSpPr>
        <p:spPr>
          <a:xfrm>
            <a:off x="2173016" y="4279312"/>
            <a:ext cx="1715678" cy="646331"/>
          </a:xfrm>
          <a:prstGeom prst="rect">
            <a:avLst/>
          </a:prstGeom>
          <a:noFill/>
        </p:spPr>
        <p:txBody>
          <a:bodyPr wrap="square" rtlCol="0">
            <a:spAutoFit/>
          </a:bodyPr>
          <a:lstStyle/>
          <a:p>
            <a:r>
              <a:rPr lang="en-US" altLang="ko-KR" dirty="0"/>
              <a:t>Logical</a:t>
            </a:r>
          </a:p>
          <a:p>
            <a:r>
              <a:rPr lang="en-US" altLang="ko-KR" b="1" dirty="0"/>
              <a:t>Sequential</a:t>
            </a:r>
            <a:endParaRPr lang="ko-KR" altLang="en-US" b="1" dirty="0"/>
          </a:p>
        </p:txBody>
      </p:sp>
      <p:sp>
        <p:nvSpPr>
          <p:cNvPr id="14" name="TextBox 13">
            <a:extLst>
              <a:ext uri="{FF2B5EF4-FFF2-40B4-BE49-F238E27FC236}">
                <a16:creationId xmlns:a16="http://schemas.microsoft.com/office/drawing/2014/main" id="{EDEEC0BC-5FFA-4252-989B-EDB721A323A3}"/>
              </a:ext>
            </a:extLst>
          </p:cNvPr>
          <p:cNvSpPr txBox="1"/>
          <p:nvPr/>
        </p:nvSpPr>
        <p:spPr>
          <a:xfrm>
            <a:off x="8472408" y="4279311"/>
            <a:ext cx="3374796" cy="646331"/>
          </a:xfrm>
          <a:prstGeom prst="rect">
            <a:avLst/>
          </a:prstGeom>
          <a:noFill/>
        </p:spPr>
        <p:txBody>
          <a:bodyPr wrap="square" rtlCol="0">
            <a:spAutoFit/>
          </a:bodyPr>
          <a:lstStyle/>
          <a:p>
            <a:r>
              <a:rPr lang="ko-KR" altLang="en-US" dirty="0"/>
              <a:t>확률적</a:t>
            </a:r>
            <a:r>
              <a:rPr lang="en-US" altLang="ko-KR" dirty="0"/>
              <a:t>/</a:t>
            </a:r>
            <a:r>
              <a:rPr lang="ko-KR" altLang="en-US" dirty="0"/>
              <a:t>통계적</a:t>
            </a:r>
            <a:endParaRPr lang="en-US" altLang="ko-KR" dirty="0"/>
          </a:p>
          <a:p>
            <a:r>
              <a:rPr lang="en-US" altLang="ko-KR" b="1" dirty="0"/>
              <a:t>Massive</a:t>
            </a:r>
            <a:r>
              <a:rPr lang="ko-KR" altLang="en-US" b="1" dirty="0"/>
              <a:t> </a:t>
            </a:r>
            <a:r>
              <a:rPr lang="en-US" altLang="ko-KR" b="1" dirty="0"/>
              <a:t>Parallel Processing</a:t>
            </a:r>
            <a:endParaRPr lang="ko-KR" altLang="en-US" b="1" dirty="0"/>
          </a:p>
        </p:txBody>
      </p:sp>
    </p:spTree>
    <p:extLst>
      <p:ext uri="{BB962C8B-B14F-4D97-AF65-F5344CB8AC3E}">
        <p14:creationId xmlns:p14="http://schemas.microsoft.com/office/powerpoint/2010/main" val="362870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361A03C6-FD3B-4A62-BDAD-BB5261DBF678}"/>
              </a:ext>
            </a:extLst>
          </p:cNvPr>
          <p:cNvSpPr>
            <a:spLocks noGrp="1"/>
          </p:cNvSpPr>
          <p:nvPr>
            <p:ph type="sldNum" sz="quarter" idx="12"/>
          </p:nvPr>
        </p:nvSpPr>
        <p:spPr/>
        <p:txBody>
          <a:bodyPr/>
          <a:lstStyle/>
          <a:p>
            <a:fld id="{60713B85-413F-4AF8-87EF-6B2EC5D22D3F}" type="slidenum">
              <a:rPr lang="ko-KR" altLang="en-US" smtClean="0"/>
              <a:pPr/>
              <a:t>7</a:t>
            </a:fld>
            <a:endParaRPr lang="ko-KR" altLang="en-US" dirty="0"/>
          </a:p>
        </p:txBody>
      </p:sp>
      <p:sp>
        <p:nvSpPr>
          <p:cNvPr id="5" name="제목 4">
            <a:extLst>
              <a:ext uri="{FF2B5EF4-FFF2-40B4-BE49-F238E27FC236}">
                <a16:creationId xmlns:a16="http://schemas.microsoft.com/office/drawing/2014/main" id="{4E7C6E9A-33F9-4C2A-8E69-210977D4F788}"/>
              </a:ext>
            </a:extLst>
          </p:cNvPr>
          <p:cNvSpPr>
            <a:spLocks noGrp="1"/>
          </p:cNvSpPr>
          <p:nvPr>
            <p:ph type="title"/>
          </p:nvPr>
        </p:nvSpPr>
        <p:spPr/>
        <p:txBody>
          <a:bodyPr/>
          <a:lstStyle/>
          <a:p>
            <a:r>
              <a:rPr lang="en-US" altLang="ko-KR" dirty="0"/>
              <a:t>AI Computer : CPU + GPU/NPU</a:t>
            </a:r>
            <a:endParaRPr lang="ko-KR" altLang="en-US" dirty="0"/>
          </a:p>
        </p:txBody>
      </p:sp>
      <p:sp>
        <p:nvSpPr>
          <p:cNvPr id="10" name="내용 개체 틀 1">
            <a:extLst>
              <a:ext uri="{FF2B5EF4-FFF2-40B4-BE49-F238E27FC236}">
                <a16:creationId xmlns:a16="http://schemas.microsoft.com/office/drawing/2014/main" id="{E8A2A332-084C-495F-A71E-F58B761F2596}"/>
              </a:ext>
            </a:extLst>
          </p:cNvPr>
          <p:cNvSpPr>
            <a:spLocks noGrp="1"/>
          </p:cNvSpPr>
          <p:nvPr>
            <p:ph idx="1"/>
          </p:nvPr>
        </p:nvSpPr>
        <p:spPr>
          <a:xfrm>
            <a:off x="838200" y="1653624"/>
            <a:ext cx="10879318" cy="3671639"/>
          </a:xfrm>
        </p:spPr>
        <p:txBody>
          <a:bodyPr>
            <a:normAutofit/>
          </a:bodyPr>
          <a:lstStyle/>
          <a:p>
            <a:r>
              <a:rPr lang="en-US" altLang="ko-KR" dirty="0"/>
              <a:t>CPU (frontend)                                                   GPU (backend)</a:t>
            </a:r>
          </a:p>
          <a:p>
            <a:endParaRPr lang="en-US" altLang="ko-KR" dirty="0"/>
          </a:p>
          <a:p>
            <a:endParaRPr lang="en-US" altLang="ko-KR" dirty="0"/>
          </a:p>
          <a:p>
            <a:pPr marL="0" indent="0">
              <a:buNone/>
            </a:pPr>
            <a:endParaRPr lang="en-US" altLang="ko-KR" dirty="0"/>
          </a:p>
        </p:txBody>
      </p:sp>
      <p:pic>
        <p:nvPicPr>
          <p:cNvPr id="12" name="그림 11">
            <a:extLst>
              <a:ext uri="{FF2B5EF4-FFF2-40B4-BE49-F238E27FC236}">
                <a16:creationId xmlns:a16="http://schemas.microsoft.com/office/drawing/2014/main" id="{8E76BBBF-1B0F-4306-AD02-F568E4A567C5}"/>
              </a:ext>
            </a:extLst>
          </p:cNvPr>
          <p:cNvPicPr>
            <a:picLocks noChangeAspect="1"/>
          </p:cNvPicPr>
          <p:nvPr/>
        </p:nvPicPr>
        <p:blipFill>
          <a:blip r:embed="rId2"/>
          <a:stretch>
            <a:fillRect/>
          </a:stretch>
        </p:blipFill>
        <p:spPr>
          <a:xfrm>
            <a:off x="4018380" y="1532737"/>
            <a:ext cx="4518958" cy="3392906"/>
          </a:xfrm>
          <a:prstGeom prst="rect">
            <a:avLst/>
          </a:prstGeom>
        </p:spPr>
      </p:pic>
      <p:sp>
        <p:nvSpPr>
          <p:cNvPr id="13" name="TextBox 12">
            <a:extLst>
              <a:ext uri="{FF2B5EF4-FFF2-40B4-BE49-F238E27FC236}">
                <a16:creationId xmlns:a16="http://schemas.microsoft.com/office/drawing/2014/main" id="{10F1B3D3-31FE-4668-AD57-AB03440219E4}"/>
              </a:ext>
            </a:extLst>
          </p:cNvPr>
          <p:cNvSpPr txBox="1"/>
          <p:nvPr/>
        </p:nvSpPr>
        <p:spPr>
          <a:xfrm>
            <a:off x="2302702" y="3624147"/>
            <a:ext cx="1715678" cy="646331"/>
          </a:xfrm>
          <a:prstGeom prst="rect">
            <a:avLst/>
          </a:prstGeom>
          <a:noFill/>
        </p:spPr>
        <p:txBody>
          <a:bodyPr wrap="square" rtlCol="0">
            <a:spAutoFit/>
          </a:bodyPr>
          <a:lstStyle/>
          <a:p>
            <a:r>
              <a:rPr lang="en-US" altLang="ko-KR" b="1" dirty="0"/>
              <a:t>User Interface</a:t>
            </a:r>
          </a:p>
          <a:p>
            <a:r>
              <a:rPr lang="en-US" altLang="ko-KR" b="1" dirty="0"/>
              <a:t>I/O Device</a:t>
            </a:r>
            <a:endParaRPr lang="ko-KR" altLang="en-US" b="1" dirty="0"/>
          </a:p>
        </p:txBody>
      </p:sp>
      <p:sp>
        <p:nvSpPr>
          <p:cNvPr id="14" name="TextBox 13">
            <a:extLst>
              <a:ext uri="{FF2B5EF4-FFF2-40B4-BE49-F238E27FC236}">
                <a16:creationId xmlns:a16="http://schemas.microsoft.com/office/drawing/2014/main" id="{EDEEC0BC-5FFA-4252-989B-EDB721A323A3}"/>
              </a:ext>
            </a:extLst>
          </p:cNvPr>
          <p:cNvSpPr txBox="1"/>
          <p:nvPr/>
        </p:nvSpPr>
        <p:spPr>
          <a:xfrm>
            <a:off x="8701762" y="3624147"/>
            <a:ext cx="1966238" cy="923330"/>
          </a:xfrm>
          <a:prstGeom prst="rect">
            <a:avLst/>
          </a:prstGeom>
          <a:noFill/>
        </p:spPr>
        <p:txBody>
          <a:bodyPr wrap="square" rtlCol="0">
            <a:spAutoFit/>
          </a:bodyPr>
          <a:lstStyle/>
          <a:p>
            <a:r>
              <a:rPr lang="en-US" altLang="ko-KR" b="1" dirty="0"/>
              <a:t>Computational Server</a:t>
            </a:r>
          </a:p>
          <a:p>
            <a:r>
              <a:rPr lang="en-US" altLang="ko-KR" b="1" dirty="0"/>
              <a:t>(</a:t>
            </a:r>
            <a:r>
              <a:rPr lang="ko-KR" altLang="en-US" b="1" dirty="0"/>
              <a:t>무의식</a:t>
            </a:r>
            <a:r>
              <a:rPr lang="en-US" altLang="ko-KR" b="1" dirty="0"/>
              <a:t>, Blackbox)</a:t>
            </a:r>
            <a:endParaRPr lang="ko-KR" altLang="en-US" b="1" dirty="0"/>
          </a:p>
        </p:txBody>
      </p:sp>
      <p:sp>
        <p:nvSpPr>
          <p:cNvPr id="2" name="화살표: 왼쪽/오른쪽 1">
            <a:extLst>
              <a:ext uri="{FF2B5EF4-FFF2-40B4-BE49-F238E27FC236}">
                <a16:creationId xmlns:a16="http://schemas.microsoft.com/office/drawing/2014/main" id="{343A49F7-BF18-4289-9CBF-CB157BE53DF3}"/>
              </a:ext>
            </a:extLst>
          </p:cNvPr>
          <p:cNvSpPr/>
          <p:nvPr/>
        </p:nvSpPr>
        <p:spPr>
          <a:xfrm>
            <a:off x="1030586" y="3693815"/>
            <a:ext cx="986827" cy="506994"/>
          </a:xfrm>
          <a:prstGeom prst="leftRightArrow">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78241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6A5646BD-EF8E-41C9-AF14-71FF6DA30667}"/>
              </a:ext>
            </a:extLst>
          </p:cNvPr>
          <p:cNvSpPr>
            <a:spLocks noGrp="1"/>
          </p:cNvSpPr>
          <p:nvPr>
            <p:ph type="sldNum" sz="quarter" idx="12"/>
          </p:nvPr>
        </p:nvSpPr>
        <p:spPr/>
        <p:txBody>
          <a:bodyPr/>
          <a:lstStyle/>
          <a:p>
            <a:fld id="{60713B85-413F-4AF8-87EF-6B2EC5D22D3F}" type="slidenum">
              <a:rPr lang="ko-KR" altLang="en-US" smtClean="0"/>
              <a:pPr/>
              <a:t>8</a:t>
            </a:fld>
            <a:endParaRPr lang="ko-KR" altLang="en-US" dirty="0"/>
          </a:p>
        </p:txBody>
      </p:sp>
      <p:sp>
        <p:nvSpPr>
          <p:cNvPr id="5" name="제목 4">
            <a:extLst>
              <a:ext uri="{FF2B5EF4-FFF2-40B4-BE49-F238E27FC236}">
                <a16:creationId xmlns:a16="http://schemas.microsoft.com/office/drawing/2014/main" id="{D6999A73-E337-4995-B652-1A2FFBB349FD}"/>
              </a:ext>
            </a:extLst>
          </p:cNvPr>
          <p:cNvSpPr>
            <a:spLocks noGrp="1"/>
          </p:cNvSpPr>
          <p:nvPr>
            <p:ph type="title"/>
          </p:nvPr>
        </p:nvSpPr>
        <p:spPr/>
        <p:txBody>
          <a:bodyPr/>
          <a:lstStyle/>
          <a:p>
            <a:r>
              <a:rPr lang="en-US" altLang="ko-KR" dirty="0"/>
              <a:t>NVIDIA DGX Spark</a:t>
            </a:r>
            <a:endParaRPr lang="ko-KR" altLang="en-US" dirty="0"/>
          </a:p>
        </p:txBody>
      </p:sp>
      <p:sp>
        <p:nvSpPr>
          <p:cNvPr id="2" name="내용 개체 틀 1">
            <a:extLst>
              <a:ext uri="{FF2B5EF4-FFF2-40B4-BE49-F238E27FC236}">
                <a16:creationId xmlns:a16="http://schemas.microsoft.com/office/drawing/2014/main" id="{FBEA9AF0-0C91-4D58-9D6C-900334A1AD31}"/>
              </a:ext>
            </a:extLst>
          </p:cNvPr>
          <p:cNvSpPr>
            <a:spLocks noGrp="1"/>
          </p:cNvSpPr>
          <p:nvPr>
            <p:ph idx="1"/>
          </p:nvPr>
        </p:nvSpPr>
        <p:spPr>
          <a:xfrm>
            <a:off x="838200" y="1295408"/>
            <a:ext cx="10515600" cy="614364"/>
          </a:xfrm>
        </p:spPr>
        <p:txBody>
          <a:bodyPr>
            <a:normAutofit/>
          </a:bodyPr>
          <a:lstStyle/>
          <a:p>
            <a:r>
              <a:rPr lang="ko-KR" altLang="en-US" dirty="0"/>
              <a:t>내 책상 위에 있는 </a:t>
            </a:r>
            <a:r>
              <a:rPr lang="en-US" altLang="ko-KR" dirty="0"/>
              <a:t>Grace </a:t>
            </a:r>
            <a:r>
              <a:rPr lang="en-US" altLang="ko-KR" dirty="0" err="1"/>
              <a:t>Blacwell</a:t>
            </a:r>
            <a:r>
              <a:rPr lang="en-US" altLang="ko-KR" dirty="0"/>
              <a:t> AI </a:t>
            </a:r>
            <a:r>
              <a:rPr lang="ko-KR" altLang="en-US" dirty="0"/>
              <a:t>슈퍼컴퓨터</a:t>
            </a:r>
          </a:p>
        </p:txBody>
      </p:sp>
      <p:pic>
        <p:nvPicPr>
          <p:cNvPr id="1026" name="Picture 2" descr="젠슨 황 엔비디아 최고경영자(CEO)가 30일 오후 서울 강남구 삼성역 인근 깐부치킨 매장에서 진행된 회동에서 이재용 삼성그룹 회장, 정의선 현대차그룹 회장에게 선물을 전달하고 있다. 연합뉴스">
            <a:extLst>
              <a:ext uri="{FF2B5EF4-FFF2-40B4-BE49-F238E27FC236}">
                <a16:creationId xmlns:a16="http://schemas.microsoft.com/office/drawing/2014/main" id="{3879817B-633F-4054-994B-BC806FF5ED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72388" y="2877745"/>
            <a:ext cx="4110012" cy="288343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VIDIA DGX Spark">
            <a:extLst>
              <a:ext uri="{FF2B5EF4-FFF2-40B4-BE49-F238E27FC236}">
                <a16:creationId xmlns:a16="http://schemas.microsoft.com/office/drawing/2014/main" id="{83CE9095-519F-4C13-AFCE-D85A45EE81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472" y="2055950"/>
            <a:ext cx="6638925" cy="3705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1374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6A5646BD-EF8E-41C9-AF14-71FF6DA30667}"/>
              </a:ext>
            </a:extLst>
          </p:cNvPr>
          <p:cNvSpPr>
            <a:spLocks noGrp="1"/>
          </p:cNvSpPr>
          <p:nvPr>
            <p:ph type="sldNum" sz="quarter" idx="12"/>
          </p:nvPr>
        </p:nvSpPr>
        <p:spPr/>
        <p:txBody>
          <a:bodyPr/>
          <a:lstStyle/>
          <a:p>
            <a:fld id="{60713B85-413F-4AF8-87EF-6B2EC5D22D3F}" type="slidenum">
              <a:rPr lang="ko-KR" altLang="en-US" smtClean="0"/>
              <a:pPr/>
              <a:t>9</a:t>
            </a:fld>
            <a:endParaRPr lang="ko-KR" altLang="en-US" dirty="0"/>
          </a:p>
        </p:txBody>
      </p:sp>
      <p:sp>
        <p:nvSpPr>
          <p:cNvPr id="5" name="제목 4">
            <a:extLst>
              <a:ext uri="{FF2B5EF4-FFF2-40B4-BE49-F238E27FC236}">
                <a16:creationId xmlns:a16="http://schemas.microsoft.com/office/drawing/2014/main" id="{D6999A73-E337-4995-B652-1A2FFBB349FD}"/>
              </a:ext>
            </a:extLst>
          </p:cNvPr>
          <p:cNvSpPr>
            <a:spLocks noGrp="1"/>
          </p:cNvSpPr>
          <p:nvPr>
            <p:ph type="title"/>
          </p:nvPr>
        </p:nvSpPr>
        <p:spPr/>
        <p:txBody>
          <a:bodyPr/>
          <a:lstStyle/>
          <a:p>
            <a:r>
              <a:rPr lang="en-US" altLang="ko-KR" dirty="0"/>
              <a:t>mini Super PC</a:t>
            </a:r>
            <a:endParaRPr lang="ko-KR" altLang="en-US" dirty="0"/>
          </a:p>
        </p:txBody>
      </p:sp>
      <p:sp>
        <p:nvSpPr>
          <p:cNvPr id="2" name="내용 개체 틀 1">
            <a:extLst>
              <a:ext uri="{FF2B5EF4-FFF2-40B4-BE49-F238E27FC236}">
                <a16:creationId xmlns:a16="http://schemas.microsoft.com/office/drawing/2014/main" id="{FBEA9AF0-0C91-4D58-9D6C-900334A1AD31}"/>
              </a:ext>
            </a:extLst>
          </p:cNvPr>
          <p:cNvSpPr>
            <a:spLocks noGrp="1"/>
          </p:cNvSpPr>
          <p:nvPr>
            <p:ph idx="1"/>
          </p:nvPr>
        </p:nvSpPr>
        <p:spPr>
          <a:xfrm>
            <a:off x="838200" y="1295407"/>
            <a:ext cx="10515600" cy="863331"/>
          </a:xfrm>
        </p:spPr>
        <p:txBody>
          <a:bodyPr/>
          <a:lstStyle/>
          <a:p>
            <a:r>
              <a:rPr lang="en-US" altLang="ko-KR" dirty="0"/>
              <a:t>What’s</a:t>
            </a:r>
            <a:r>
              <a:rPr lang="ko-KR" altLang="en-US" dirty="0"/>
              <a:t> </a:t>
            </a:r>
            <a:r>
              <a:rPr lang="en-US" altLang="ko-KR" dirty="0"/>
              <a:t>GB10?</a:t>
            </a:r>
            <a:endParaRPr lang="ko-KR" altLang="en-US" dirty="0"/>
          </a:p>
        </p:txBody>
      </p:sp>
      <p:sp>
        <p:nvSpPr>
          <p:cNvPr id="3" name="TextBox 2">
            <a:extLst>
              <a:ext uri="{FF2B5EF4-FFF2-40B4-BE49-F238E27FC236}">
                <a16:creationId xmlns:a16="http://schemas.microsoft.com/office/drawing/2014/main" id="{3A9AE8A7-216E-4522-B127-8FBD6AC5F8B6}"/>
              </a:ext>
            </a:extLst>
          </p:cNvPr>
          <p:cNvSpPr txBox="1"/>
          <p:nvPr/>
        </p:nvSpPr>
        <p:spPr>
          <a:xfrm>
            <a:off x="838200" y="1947072"/>
            <a:ext cx="7018867" cy="4197111"/>
          </a:xfrm>
          <a:prstGeom prst="rect">
            <a:avLst/>
          </a:prstGeom>
          <a:noFill/>
        </p:spPr>
        <p:txBody>
          <a:bodyPr wrap="square" rtlCol="0">
            <a:spAutoFit/>
          </a:bodyPr>
          <a:lstStyle/>
          <a:p>
            <a:pPr marL="285750" indent="-285750">
              <a:lnSpc>
                <a:spcPct val="150000"/>
              </a:lnSpc>
              <a:buFont typeface="Wingdings" panose="05000000000000000000" pitchFamily="2" charset="2"/>
              <a:buChar char="§"/>
            </a:pPr>
            <a:r>
              <a:rPr lang="en-US" altLang="ko-KR" sz="2000" dirty="0"/>
              <a:t>GB10 </a:t>
            </a:r>
            <a:r>
              <a:rPr lang="ko-KR" altLang="en-US" sz="2000" dirty="0" err="1"/>
              <a:t>그레이스</a:t>
            </a:r>
            <a:r>
              <a:rPr lang="ko-KR" altLang="en-US" sz="2000" dirty="0"/>
              <a:t> </a:t>
            </a:r>
            <a:r>
              <a:rPr lang="ko-KR" altLang="en-US" sz="2000" dirty="0" err="1"/>
              <a:t>블랙웰</a:t>
            </a:r>
            <a:r>
              <a:rPr lang="ko-KR" altLang="en-US" sz="2000" dirty="0"/>
              <a:t> </a:t>
            </a:r>
            <a:r>
              <a:rPr lang="ko-KR" altLang="en-US" sz="2000" dirty="0" err="1"/>
              <a:t>슈퍼칩</a:t>
            </a:r>
            <a:r>
              <a:rPr lang="ko-KR" altLang="en-US" sz="2000" dirty="0"/>
              <a:t> </a:t>
            </a:r>
            <a:r>
              <a:rPr lang="en-US" altLang="ko-KR" sz="2000" dirty="0"/>
              <a:t>(</a:t>
            </a:r>
            <a:r>
              <a:rPr lang="ko-KR" altLang="en-US" sz="2000" dirty="0" err="1"/>
              <a:t>그레이스</a:t>
            </a:r>
            <a:r>
              <a:rPr lang="ko-KR" altLang="en-US" sz="2000" dirty="0"/>
              <a:t> </a:t>
            </a:r>
            <a:r>
              <a:rPr lang="en-US" altLang="ko-KR" sz="2000" dirty="0"/>
              <a:t>CPU + </a:t>
            </a:r>
            <a:r>
              <a:rPr lang="ko-KR" altLang="en-US" sz="2000" dirty="0" err="1"/>
              <a:t>블랙웰</a:t>
            </a:r>
            <a:r>
              <a:rPr lang="ko-KR" altLang="en-US" sz="2000" dirty="0"/>
              <a:t> </a:t>
            </a:r>
            <a:r>
              <a:rPr lang="en-US" altLang="ko-KR" sz="2000" dirty="0"/>
              <a:t>GPU</a:t>
            </a:r>
            <a:r>
              <a:rPr lang="ko-KR" altLang="en-US" sz="2000" dirty="0"/>
              <a:t>를 하나의 패키지에 통합</a:t>
            </a:r>
            <a:r>
              <a:rPr lang="en-US" altLang="ko-KR" sz="2000" dirty="0"/>
              <a:t>)</a:t>
            </a:r>
          </a:p>
          <a:p>
            <a:pPr marL="285750" indent="-285750">
              <a:lnSpc>
                <a:spcPct val="150000"/>
              </a:lnSpc>
              <a:buFont typeface="Wingdings" panose="05000000000000000000" pitchFamily="2" charset="2"/>
              <a:buChar char="§"/>
            </a:pPr>
            <a:r>
              <a:rPr lang="en-US" altLang="ko-KR" sz="2000" dirty="0"/>
              <a:t>128GB LPDDR5x </a:t>
            </a:r>
            <a:r>
              <a:rPr lang="ko-KR" altLang="en-US" sz="2000" b="1" dirty="0"/>
              <a:t>통합 시스템 메모리 </a:t>
            </a:r>
            <a:r>
              <a:rPr lang="en-US" altLang="ko-KR" sz="2000" dirty="0"/>
              <a:t>(CPU</a:t>
            </a:r>
            <a:r>
              <a:rPr lang="ko-KR" altLang="en-US" sz="2000" dirty="0"/>
              <a:t>와 </a:t>
            </a:r>
            <a:r>
              <a:rPr lang="en-US" altLang="ko-KR" sz="2000" dirty="0"/>
              <a:t>GPU</a:t>
            </a:r>
            <a:r>
              <a:rPr lang="ko-KR" altLang="en-US" sz="2000" dirty="0"/>
              <a:t>가 </a:t>
            </a:r>
            <a:r>
              <a:rPr lang="en-US" altLang="ko-KR" sz="2000" dirty="0"/>
              <a:t>NVLinkC2C</a:t>
            </a:r>
            <a:r>
              <a:rPr lang="ko-KR" altLang="en-US" sz="2000" dirty="0"/>
              <a:t>를 통해 일관성 있게 공유</a:t>
            </a:r>
            <a:r>
              <a:rPr lang="en-US" altLang="ko-KR" sz="2000" dirty="0"/>
              <a:t>)</a:t>
            </a:r>
          </a:p>
          <a:p>
            <a:pPr marL="285750" indent="-285750">
              <a:lnSpc>
                <a:spcPct val="150000"/>
              </a:lnSpc>
              <a:buFont typeface="Wingdings" panose="05000000000000000000" pitchFamily="2" charset="2"/>
              <a:buChar char="§"/>
            </a:pPr>
            <a:r>
              <a:rPr lang="en-US" altLang="ko-KR" sz="2000" dirty="0"/>
              <a:t>NVIDIA </a:t>
            </a:r>
            <a:r>
              <a:rPr lang="en-US" altLang="ko-KR" sz="2000" dirty="0" err="1"/>
              <a:t>ConnectX</a:t>
            </a:r>
            <a:r>
              <a:rPr lang="en-US" altLang="ko-KR" sz="2000" dirty="0"/>
              <a:t> </a:t>
            </a:r>
            <a:r>
              <a:rPr lang="ko-KR" altLang="en-US" sz="2000" dirty="0"/>
              <a:t>네트워킹 </a:t>
            </a:r>
            <a:r>
              <a:rPr lang="en-US" altLang="ko-KR" sz="2000" dirty="0"/>
              <a:t>(10GbE </a:t>
            </a:r>
            <a:r>
              <a:rPr lang="ko-KR" altLang="en-US" sz="2000" dirty="0"/>
              <a:t>내장</a:t>
            </a:r>
            <a:r>
              <a:rPr lang="en-US" altLang="ko-KR" sz="2000" dirty="0"/>
              <a:t>; ConnectX7 </a:t>
            </a:r>
            <a:r>
              <a:rPr lang="ko-KR" altLang="en-US" sz="2000" dirty="0"/>
              <a:t>스마트</a:t>
            </a:r>
            <a:r>
              <a:rPr lang="en-US" altLang="ko-KR" sz="2000" dirty="0"/>
              <a:t>NIC</a:t>
            </a:r>
            <a:r>
              <a:rPr lang="ko-KR" altLang="en-US" sz="2000" dirty="0"/>
              <a:t>을 통한 </a:t>
            </a:r>
            <a:r>
              <a:rPr lang="en-US" altLang="ko-KR" sz="2000" b="1" dirty="0"/>
              <a:t>PC</a:t>
            </a:r>
            <a:r>
              <a:rPr lang="ko-KR" altLang="en-US" sz="2000" b="1" dirty="0"/>
              <a:t>간 메모리 공유</a:t>
            </a:r>
            <a:r>
              <a:rPr lang="en-US" altLang="ko-KR" sz="2000" dirty="0"/>
              <a:t>)</a:t>
            </a:r>
          </a:p>
          <a:p>
            <a:pPr marL="285750" indent="-285750">
              <a:lnSpc>
                <a:spcPct val="150000"/>
              </a:lnSpc>
              <a:buFont typeface="Wingdings" panose="05000000000000000000" pitchFamily="2" charset="2"/>
              <a:buChar char="§"/>
            </a:pPr>
            <a:r>
              <a:rPr lang="ko-KR" altLang="en-US" sz="2000" dirty="0"/>
              <a:t>최대 </a:t>
            </a:r>
            <a:r>
              <a:rPr lang="en-US" altLang="ko-KR" sz="2000" dirty="0"/>
              <a:t>4TB </a:t>
            </a:r>
            <a:r>
              <a:rPr lang="en-US" altLang="ko-KR" sz="2000" dirty="0" err="1"/>
              <a:t>NVMe</a:t>
            </a:r>
            <a:r>
              <a:rPr lang="en-US" altLang="ko-KR" sz="2000" dirty="0"/>
              <a:t> </a:t>
            </a:r>
            <a:r>
              <a:rPr lang="ko-KR" altLang="en-US" sz="2000" dirty="0"/>
              <a:t>스토리지</a:t>
            </a:r>
          </a:p>
          <a:p>
            <a:pPr marL="285750" indent="-285750">
              <a:lnSpc>
                <a:spcPct val="150000"/>
              </a:lnSpc>
              <a:buFont typeface="Wingdings" panose="05000000000000000000" pitchFamily="2" charset="2"/>
              <a:buChar char="§"/>
            </a:pPr>
            <a:r>
              <a:rPr lang="ko-KR" altLang="en-US" sz="2000" dirty="0"/>
              <a:t>작은 설치 공간</a:t>
            </a:r>
            <a:r>
              <a:rPr lang="en-US" altLang="ko-KR" sz="2000" dirty="0"/>
              <a:t>: </a:t>
            </a:r>
            <a:r>
              <a:rPr lang="ko-KR" altLang="en-US" sz="2000" dirty="0"/>
              <a:t>약 </a:t>
            </a:r>
            <a:r>
              <a:rPr lang="en-US" altLang="ko-KR" sz="2000" dirty="0"/>
              <a:t>150 x 150 x 50.5 mm; </a:t>
            </a:r>
            <a:r>
              <a:rPr lang="ko-KR" altLang="en-US" sz="2000" dirty="0"/>
              <a:t>약 </a:t>
            </a:r>
            <a:r>
              <a:rPr lang="en-US" altLang="ko-KR" sz="2000" dirty="0"/>
              <a:t>1.2 kg</a:t>
            </a:r>
          </a:p>
          <a:p>
            <a:pPr marL="285750" indent="-285750">
              <a:lnSpc>
                <a:spcPct val="150000"/>
              </a:lnSpc>
              <a:buFont typeface="Wingdings" panose="05000000000000000000" pitchFamily="2" charset="2"/>
              <a:buChar char="§"/>
            </a:pPr>
            <a:r>
              <a:rPr lang="en-US" altLang="ko-KR" sz="2000" b="1" dirty="0"/>
              <a:t>DGX Ubuntu OS </a:t>
            </a:r>
            <a:r>
              <a:rPr lang="en-US" altLang="ko-KR" sz="2000" dirty="0"/>
              <a:t>+ NVIDIA AI </a:t>
            </a:r>
            <a:r>
              <a:rPr lang="ko-KR" altLang="en-US" sz="2000" dirty="0"/>
              <a:t>소프트웨어 스택 즉시 사용 가능</a:t>
            </a:r>
          </a:p>
        </p:txBody>
      </p:sp>
      <p:pic>
        <p:nvPicPr>
          <p:cNvPr id="9" name="그림 8">
            <a:extLst>
              <a:ext uri="{FF2B5EF4-FFF2-40B4-BE49-F238E27FC236}">
                <a16:creationId xmlns:a16="http://schemas.microsoft.com/office/drawing/2014/main" id="{572EA71F-B596-43BB-B61B-FBEBFD62F7A3}"/>
              </a:ext>
            </a:extLst>
          </p:cNvPr>
          <p:cNvPicPr>
            <a:picLocks noChangeAspect="1"/>
          </p:cNvPicPr>
          <p:nvPr/>
        </p:nvPicPr>
        <p:blipFill>
          <a:blip r:embed="rId2"/>
          <a:stretch>
            <a:fillRect/>
          </a:stretch>
        </p:blipFill>
        <p:spPr>
          <a:xfrm>
            <a:off x="8054409" y="2573479"/>
            <a:ext cx="3882836" cy="2944295"/>
          </a:xfrm>
          <a:prstGeom prst="rect">
            <a:avLst/>
          </a:prstGeom>
        </p:spPr>
      </p:pic>
    </p:spTree>
    <p:extLst>
      <p:ext uri="{BB962C8B-B14F-4D97-AF65-F5344CB8AC3E}">
        <p14:creationId xmlns:p14="http://schemas.microsoft.com/office/powerpoint/2010/main" val="957159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23954BBE-DC92-450C-8CEA-2A47DCDC7FB7}"/>
              </a:ext>
            </a:extLst>
          </p:cNvPr>
          <p:cNvPicPr>
            <a:picLocks noChangeAspect="1"/>
          </p:cNvPicPr>
          <p:nvPr/>
        </p:nvPicPr>
        <p:blipFill>
          <a:blip r:embed="rId2"/>
          <a:stretch>
            <a:fillRect/>
          </a:stretch>
        </p:blipFill>
        <p:spPr>
          <a:xfrm>
            <a:off x="1064631" y="1909770"/>
            <a:ext cx="8010789" cy="2350189"/>
          </a:xfrm>
          <a:prstGeom prst="rect">
            <a:avLst/>
          </a:prstGeom>
          <a:solidFill>
            <a:schemeClr val="accent4">
              <a:lumMod val="60000"/>
              <a:lumOff val="40000"/>
            </a:schemeClr>
          </a:solidFill>
        </p:spPr>
      </p:pic>
      <p:sp>
        <p:nvSpPr>
          <p:cNvPr id="2" name="내용 개체 틀 1">
            <a:extLst>
              <a:ext uri="{FF2B5EF4-FFF2-40B4-BE49-F238E27FC236}">
                <a16:creationId xmlns:a16="http://schemas.microsoft.com/office/drawing/2014/main" id="{BBCE7212-711F-43D9-A50E-356927CE41B8}"/>
              </a:ext>
            </a:extLst>
          </p:cNvPr>
          <p:cNvSpPr>
            <a:spLocks noGrp="1"/>
          </p:cNvSpPr>
          <p:nvPr>
            <p:ph idx="1"/>
          </p:nvPr>
        </p:nvSpPr>
        <p:spPr>
          <a:xfrm>
            <a:off x="838200" y="1295407"/>
            <a:ext cx="10515600" cy="614363"/>
          </a:xfrm>
        </p:spPr>
        <p:txBody>
          <a:bodyPr/>
          <a:lstStyle/>
          <a:p>
            <a:r>
              <a:rPr lang="en-US" altLang="ko-KR" dirty="0"/>
              <a:t>Win + X</a:t>
            </a:r>
            <a:r>
              <a:rPr lang="ko-KR" altLang="en-US" dirty="0"/>
              <a:t>를 누른 후 </a:t>
            </a:r>
            <a:r>
              <a:rPr lang="en-US" altLang="ko-KR" dirty="0"/>
              <a:t>Y</a:t>
            </a:r>
            <a:r>
              <a:rPr lang="ko-KR" altLang="en-US" dirty="0"/>
              <a:t>를 누르면 </a:t>
            </a:r>
            <a:r>
              <a:rPr lang="en-US" altLang="ko-KR" dirty="0"/>
              <a:t>'</a:t>
            </a:r>
            <a:r>
              <a:rPr lang="ko-KR" altLang="en-US" dirty="0"/>
              <a:t>시스템</a:t>
            </a:r>
            <a:r>
              <a:rPr lang="en-US" altLang="ko-KR" dirty="0"/>
              <a:t>’  </a:t>
            </a:r>
            <a:r>
              <a:rPr lang="ko-KR" altLang="en-US" dirty="0"/>
              <a:t>정보를 볼 수 있다</a:t>
            </a:r>
            <a:r>
              <a:rPr lang="en-US" altLang="ko-KR" dirty="0"/>
              <a:t>.</a:t>
            </a:r>
            <a:endParaRPr lang="ko-KR" altLang="en-US" dirty="0"/>
          </a:p>
        </p:txBody>
      </p:sp>
      <p:sp>
        <p:nvSpPr>
          <p:cNvPr id="3" name="슬라이드 번호 개체 틀 2">
            <a:extLst>
              <a:ext uri="{FF2B5EF4-FFF2-40B4-BE49-F238E27FC236}">
                <a16:creationId xmlns:a16="http://schemas.microsoft.com/office/drawing/2014/main" id="{367AADB5-3FCC-4996-AB15-5F0F66C3F294}"/>
              </a:ext>
            </a:extLst>
          </p:cNvPr>
          <p:cNvSpPr>
            <a:spLocks noGrp="1"/>
          </p:cNvSpPr>
          <p:nvPr>
            <p:ph type="sldNum" sz="quarter" idx="12"/>
          </p:nvPr>
        </p:nvSpPr>
        <p:spPr/>
        <p:txBody>
          <a:bodyPr/>
          <a:lstStyle/>
          <a:p>
            <a:fld id="{60713B85-413F-4AF8-87EF-6B2EC5D22D3F}" type="slidenum">
              <a:rPr lang="ko-KR" altLang="en-US" smtClean="0"/>
              <a:pPr/>
              <a:t>10</a:t>
            </a:fld>
            <a:endParaRPr lang="ko-KR" altLang="en-US" dirty="0"/>
          </a:p>
        </p:txBody>
      </p:sp>
      <p:sp>
        <p:nvSpPr>
          <p:cNvPr id="4" name="제목 3">
            <a:extLst>
              <a:ext uri="{FF2B5EF4-FFF2-40B4-BE49-F238E27FC236}">
                <a16:creationId xmlns:a16="http://schemas.microsoft.com/office/drawing/2014/main" id="{65F0A961-7958-4246-9CD7-FFB62BCF6F25}"/>
              </a:ext>
            </a:extLst>
          </p:cNvPr>
          <p:cNvSpPr>
            <a:spLocks noGrp="1"/>
          </p:cNvSpPr>
          <p:nvPr>
            <p:ph type="title"/>
          </p:nvPr>
        </p:nvSpPr>
        <p:spPr/>
        <p:txBody>
          <a:bodyPr/>
          <a:lstStyle/>
          <a:p>
            <a:r>
              <a:rPr lang="ko-KR" altLang="en-US" dirty="0"/>
              <a:t>그러면</a:t>
            </a:r>
            <a:r>
              <a:rPr lang="en-US" altLang="ko-KR" dirty="0"/>
              <a:t> </a:t>
            </a:r>
            <a:r>
              <a:rPr lang="ko-KR" altLang="en-US" dirty="0"/>
              <a:t>내 </a:t>
            </a:r>
            <a:r>
              <a:rPr lang="en-US" altLang="ko-KR" dirty="0"/>
              <a:t>PC</a:t>
            </a:r>
            <a:r>
              <a:rPr lang="ko-KR" altLang="en-US" dirty="0"/>
              <a:t>는</a:t>
            </a:r>
            <a:r>
              <a:rPr lang="en-US" altLang="ko-KR" dirty="0"/>
              <a:t>?</a:t>
            </a:r>
            <a:endParaRPr lang="ko-KR" altLang="en-US" dirty="0"/>
          </a:p>
        </p:txBody>
      </p:sp>
      <p:pic>
        <p:nvPicPr>
          <p:cNvPr id="8" name="그림 7">
            <a:extLst>
              <a:ext uri="{FF2B5EF4-FFF2-40B4-BE49-F238E27FC236}">
                <a16:creationId xmlns:a16="http://schemas.microsoft.com/office/drawing/2014/main" id="{F8CB2FE3-403F-4384-9435-F713CEE42612}"/>
              </a:ext>
            </a:extLst>
          </p:cNvPr>
          <p:cNvPicPr>
            <a:picLocks noChangeAspect="1"/>
          </p:cNvPicPr>
          <p:nvPr/>
        </p:nvPicPr>
        <p:blipFill>
          <a:blip r:embed="rId3"/>
          <a:stretch>
            <a:fillRect/>
          </a:stretch>
        </p:blipFill>
        <p:spPr>
          <a:xfrm>
            <a:off x="6542902" y="3310929"/>
            <a:ext cx="5674825" cy="3534379"/>
          </a:xfrm>
          <a:prstGeom prst="rect">
            <a:avLst/>
          </a:prstGeom>
        </p:spPr>
      </p:pic>
      <p:sp>
        <p:nvSpPr>
          <p:cNvPr id="5" name="화살표: 위쪽 4">
            <a:extLst>
              <a:ext uri="{FF2B5EF4-FFF2-40B4-BE49-F238E27FC236}">
                <a16:creationId xmlns:a16="http://schemas.microsoft.com/office/drawing/2014/main" id="{807B5161-4D8A-415F-B87C-68B3AC04C87B}"/>
              </a:ext>
            </a:extLst>
          </p:cNvPr>
          <p:cNvSpPr/>
          <p:nvPr/>
        </p:nvSpPr>
        <p:spPr>
          <a:xfrm>
            <a:off x="4743450" y="3269250"/>
            <a:ext cx="441960" cy="840715"/>
          </a:xfrm>
          <a:prstGeom prst="upArrow">
            <a:avLst/>
          </a:prstGeom>
          <a:solidFill>
            <a:schemeClr val="accent5">
              <a:lumMod val="40000"/>
              <a:lumOff val="6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TextBox 6">
            <a:extLst>
              <a:ext uri="{FF2B5EF4-FFF2-40B4-BE49-F238E27FC236}">
                <a16:creationId xmlns:a16="http://schemas.microsoft.com/office/drawing/2014/main" id="{836CCD61-9473-49DA-BD72-C7D78E2C6363}"/>
              </a:ext>
            </a:extLst>
          </p:cNvPr>
          <p:cNvSpPr txBox="1"/>
          <p:nvPr/>
        </p:nvSpPr>
        <p:spPr>
          <a:xfrm>
            <a:off x="4406096" y="4359019"/>
            <a:ext cx="1295400" cy="369332"/>
          </a:xfrm>
          <a:prstGeom prst="rect">
            <a:avLst/>
          </a:prstGeom>
          <a:noFill/>
        </p:spPr>
        <p:txBody>
          <a:bodyPr wrap="square" rtlCol="0">
            <a:spAutoFit/>
          </a:bodyPr>
          <a:lstStyle/>
          <a:p>
            <a:r>
              <a:rPr lang="en-US" altLang="ko-KR" dirty="0"/>
              <a:t>VRAM size</a:t>
            </a:r>
            <a:endParaRPr lang="ko-KR" altLang="en-US" dirty="0"/>
          </a:p>
        </p:txBody>
      </p:sp>
      <p:sp>
        <p:nvSpPr>
          <p:cNvPr id="9" name="화살표: 아래쪽 8">
            <a:extLst>
              <a:ext uri="{FF2B5EF4-FFF2-40B4-BE49-F238E27FC236}">
                <a16:creationId xmlns:a16="http://schemas.microsoft.com/office/drawing/2014/main" id="{227C79E6-F23B-48A6-BA09-5A775B831B6A}"/>
              </a:ext>
            </a:extLst>
          </p:cNvPr>
          <p:cNvSpPr/>
          <p:nvPr/>
        </p:nvSpPr>
        <p:spPr>
          <a:xfrm>
            <a:off x="10466693" y="3192780"/>
            <a:ext cx="480060" cy="685800"/>
          </a:xfrm>
          <a:prstGeom prst="downArrow">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48D14444-A7EF-4002-B93D-6B092B4EE4E1}"/>
              </a:ext>
            </a:extLst>
          </p:cNvPr>
          <p:cNvSpPr txBox="1"/>
          <p:nvPr/>
        </p:nvSpPr>
        <p:spPr>
          <a:xfrm>
            <a:off x="9998872" y="2823448"/>
            <a:ext cx="1644487" cy="369332"/>
          </a:xfrm>
          <a:prstGeom prst="rect">
            <a:avLst/>
          </a:prstGeom>
          <a:noFill/>
        </p:spPr>
        <p:txBody>
          <a:bodyPr wrap="square" rtlCol="0">
            <a:spAutoFit/>
          </a:bodyPr>
          <a:lstStyle/>
          <a:p>
            <a:r>
              <a:rPr lang="ko-KR" altLang="en-US"/>
              <a:t>그래픽 카드</a:t>
            </a:r>
            <a:endParaRPr lang="ko-KR" altLang="en-US" dirty="0"/>
          </a:p>
        </p:txBody>
      </p:sp>
    </p:spTree>
    <p:extLst>
      <p:ext uri="{BB962C8B-B14F-4D97-AF65-F5344CB8AC3E}">
        <p14:creationId xmlns:p14="http://schemas.microsoft.com/office/powerpoint/2010/main" val="3215196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BBCE7212-711F-43D9-A50E-356927CE41B8}"/>
              </a:ext>
            </a:extLst>
          </p:cNvPr>
          <p:cNvSpPr>
            <a:spLocks noGrp="1"/>
          </p:cNvSpPr>
          <p:nvPr>
            <p:ph idx="1"/>
          </p:nvPr>
        </p:nvSpPr>
        <p:spPr>
          <a:xfrm>
            <a:off x="433599" y="1214488"/>
            <a:ext cx="11081368" cy="937994"/>
          </a:xfrm>
        </p:spPr>
        <p:txBody>
          <a:bodyPr>
            <a:normAutofit/>
          </a:bodyPr>
          <a:lstStyle/>
          <a:p>
            <a:r>
              <a:rPr lang="en-US" altLang="ko-KR" sz="2400" dirty="0"/>
              <a:t>GPU</a:t>
            </a:r>
            <a:r>
              <a:rPr lang="ko-KR" altLang="en-US" sz="2400" dirty="0"/>
              <a:t>의 </a:t>
            </a:r>
            <a:r>
              <a:rPr lang="en-US" altLang="ko-KR" sz="2400" dirty="0"/>
              <a:t>VRAM(</a:t>
            </a:r>
            <a:r>
              <a:rPr lang="ko-KR" altLang="en-US" sz="2400" dirty="0"/>
              <a:t>비디오 메모리</a:t>
            </a:r>
            <a:r>
              <a:rPr lang="en-US" altLang="ko-KR" sz="2400" dirty="0"/>
              <a:t>) </a:t>
            </a:r>
            <a:r>
              <a:rPr lang="ko-KR" altLang="en-US" sz="2400" dirty="0"/>
              <a:t>크기는 단순 연산 속도 지표를 넘어</a:t>
            </a:r>
            <a:r>
              <a:rPr lang="en-US" altLang="ko-KR" sz="2400" dirty="0"/>
              <a:t>, </a:t>
            </a:r>
            <a:r>
              <a:rPr lang="ko-KR" altLang="en-US" sz="2400" b="1" dirty="0"/>
              <a:t>모델의 실행 가능성</a:t>
            </a:r>
            <a:r>
              <a:rPr lang="ko-KR" altLang="en-US" sz="2400" dirty="0"/>
              <a:t> 자체와 </a:t>
            </a:r>
            <a:r>
              <a:rPr lang="ko-KR" altLang="en-US" sz="2400" b="1" dirty="0"/>
              <a:t>서비스 효율</a:t>
            </a:r>
            <a:r>
              <a:rPr lang="en-US" altLang="ko-KR" sz="2400" b="1" dirty="0"/>
              <a:t>(Throughput)</a:t>
            </a:r>
            <a:r>
              <a:rPr lang="ko-KR" altLang="en-US" sz="2400" dirty="0"/>
              <a:t>을 결정하는 절대적인 </a:t>
            </a:r>
            <a:r>
              <a:rPr lang="ko-KR" altLang="en-US" sz="2400" b="1" dirty="0"/>
              <a:t>물리적 한계선</a:t>
            </a:r>
          </a:p>
        </p:txBody>
      </p:sp>
      <p:sp>
        <p:nvSpPr>
          <p:cNvPr id="3" name="슬라이드 번호 개체 틀 2">
            <a:extLst>
              <a:ext uri="{FF2B5EF4-FFF2-40B4-BE49-F238E27FC236}">
                <a16:creationId xmlns:a16="http://schemas.microsoft.com/office/drawing/2014/main" id="{367AADB5-3FCC-4996-AB15-5F0F66C3F294}"/>
              </a:ext>
            </a:extLst>
          </p:cNvPr>
          <p:cNvSpPr>
            <a:spLocks noGrp="1"/>
          </p:cNvSpPr>
          <p:nvPr>
            <p:ph type="sldNum" sz="quarter" idx="12"/>
          </p:nvPr>
        </p:nvSpPr>
        <p:spPr/>
        <p:txBody>
          <a:bodyPr/>
          <a:lstStyle/>
          <a:p>
            <a:fld id="{60713B85-413F-4AF8-87EF-6B2EC5D22D3F}" type="slidenum">
              <a:rPr lang="ko-KR" altLang="en-US" smtClean="0"/>
              <a:pPr/>
              <a:t>11</a:t>
            </a:fld>
            <a:endParaRPr lang="ko-KR" altLang="en-US" dirty="0"/>
          </a:p>
        </p:txBody>
      </p:sp>
      <p:sp>
        <p:nvSpPr>
          <p:cNvPr id="4" name="제목 3">
            <a:extLst>
              <a:ext uri="{FF2B5EF4-FFF2-40B4-BE49-F238E27FC236}">
                <a16:creationId xmlns:a16="http://schemas.microsoft.com/office/drawing/2014/main" id="{65F0A961-7958-4246-9CD7-FFB62BCF6F25}"/>
              </a:ext>
            </a:extLst>
          </p:cNvPr>
          <p:cNvSpPr>
            <a:spLocks noGrp="1"/>
          </p:cNvSpPr>
          <p:nvPr>
            <p:ph type="title"/>
          </p:nvPr>
        </p:nvSpPr>
        <p:spPr/>
        <p:txBody>
          <a:bodyPr/>
          <a:lstStyle/>
          <a:p>
            <a:r>
              <a:rPr lang="en-US" altLang="ko-KR" dirty="0"/>
              <a:t>GPU </a:t>
            </a:r>
            <a:r>
              <a:rPr lang="ko-KR" altLang="en-US" dirty="0"/>
              <a:t>카드 내 </a:t>
            </a:r>
            <a:r>
              <a:rPr lang="en-US" altLang="ko-KR" dirty="0"/>
              <a:t>VRAM size</a:t>
            </a:r>
            <a:r>
              <a:rPr lang="ko-KR" altLang="en-US" dirty="0"/>
              <a:t>가 갖는 의미</a:t>
            </a:r>
          </a:p>
        </p:txBody>
      </p:sp>
      <p:sp>
        <p:nvSpPr>
          <p:cNvPr id="11" name="TextBox 10">
            <a:extLst>
              <a:ext uri="{FF2B5EF4-FFF2-40B4-BE49-F238E27FC236}">
                <a16:creationId xmlns:a16="http://schemas.microsoft.com/office/drawing/2014/main" id="{D1F97A95-7DB8-4156-AC0D-9647807B5F23}"/>
              </a:ext>
            </a:extLst>
          </p:cNvPr>
          <p:cNvSpPr txBox="1"/>
          <p:nvPr/>
        </p:nvSpPr>
        <p:spPr>
          <a:xfrm>
            <a:off x="611623" y="2152482"/>
            <a:ext cx="11218931" cy="4647426"/>
          </a:xfrm>
          <a:prstGeom prst="rect">
            <a:avLst/>
          </a:prstGeom>
          <a:noFill/>
        </p:spPr>
        <p:txBody>
          <a:bodyPr wrap="square" rtlCol="0">
            <a:spAutoFit/>
          </a:bodyPr>
          <a:lstStyle/>
          <a:p>
            <a:pPr marL="342900" indent="-342900">
              <a:buAutoNum type="arabicPeriod"/>
            </a:pPr>
            <a:r>
              <a:rPr lang="ko-KR" altLang="en-US" sz="2000" b="1" dirty="0"/>
              <a:t>모델 파라미터</a:t>
            </a:r>
            <a:r>
              <a:rPr lang="en-US" altLang="ko-KR" sz="2000" b="1" dirty="0"/>
              <a:t>(Model Weights) </a:t>
            </a:r>
            <a:r>
              <a:rPr lang="ko-KR" altLang="en-US" sz="2000" b="1" dirty="0"/>
              <a:t>탑재의 필수 조건 </a:t>
            </a:r>
            <a:r>
              <a:rPr lang="en-US" altLang="ko-KR" sz="2000" b="1" dirty="0"/>
              <a:t>(</a:t>
            </a:r>
            <a:r>
              <a:rPr lang="ko-KR" altLang="en-US" sz="2000" b="1" dirty="0"/>
              <a:t>정적 메모리</a:t>
            </a:r>
            <a:r>
              <a:rPr lang="en-US" altLang="ko-KR" sz="2000" b="1" dirty="0"/>
              <a:t>)</a:t>
            </a:r>
          </a:p>
          <a:p>
            <a:pPr marL="742950" lvl="1" indent="-285750">
              <a:buFont typeface="Wingdings" panose="05000000000000000000" pitchFamily="2" charset="2"/>
              <a:buChar char="§"/>
            </a:pPr>
            <a:r>
              <a:rPr lang="en-US" altLang="ko-KR" dirty="0"/>
              <a:t>LLM</a:t>
            </a:r>
            <a:r>
              <a:rPr lang="ko-KR" altLang="en-US" dirty="0"/>
              <a:t>을 구동하려면 먼저 모델의 가중치</a:t>
            </a:r>
            <a:r>
              <a:rPr lang="en-US" altLang="ko-KR" dirty="0"/>
              <a:t>(Weights)</a:t>
            </a:r>
            <a:r>
              <a:rPr lang="ko-KR" altLang="en-US" dirty="0"/>
              <a:t>를 </a:t>
            </a:r>
            <a:r>
              <a:rPr lang="en-US" altLang="ko-KR" dirty="0"/>
              <a:t>VRAM</a:t>
            </a:r>
            <a:r>
              <a:rPr lang="ko-KR" altLang="en-US" dirty="0"/>
              <a:t>에 통째로 올려야 한다</a:t>
            </a:r>
            <a:r>
              <a:rPr lang="en-US" altLang="ko-KR" dirty="0"/>
              <a:t>. VRAM</a:t>
            </a:r>
            <a:r>
              <a:rPr lang="ko-KR" altLang="en-US" dirty="0"/>
              <a:t>이 모델 크기보다 작으면 </a:t>
            </a:r>
            <a:r>
              <a:rPr lang="en-US" altLang="ko-KR" dirty="0"/>
              <a:t>Out of Memory(OOM) </a:t>
            </a:r>
            <a:r>
              <a:rPr lang="ko-KR" altLang="en-US" dirty="0"/>
              <a:t>에러가 발생하여 아예 실행조차 불가능</a:t>
            </a:r>
            <a:r>
              <a:rPr lang="en-US" altLang="ko-KR" dirty="0"/>
              <a:t>.</a:t>
            </a:r>
          </a:p>
          <a:p>
            <a:pPr marL="342900" indent="-342900">
              <a:buAutoNum type="arabicPeriod"/>
            </a:pPr>
            <a:r>
              <a:rPr lang="en-US" altLang="ko-KR" sz="2000" b="1" dirty="0"/>
              <a:t>KV </a:t>
            </a:r>
            <a:r>
              <a:rPr lang="ko-KR" altLang="en-US" sz="2000" b="1" dirty="0"/>
              <a:t>캐시</a:t>
            </a:r>
            <a:r>
              <a:rPr lang="en-US" altLang="ko-KR" sz="2000" b="1" dirty="0"/>
              <a:t>(KV Cache) </a:t>
            </a:r>
            <a:r>
              <a:rPr lang="ko-KR" altLang="en-US" sz="2000" b="1" dirty="0"/>
              <a:t>저장 공간 </a:t>
            </a:r>
            <a:r>
              <a:rPr lang="en-US" altLang="ko-KR" sz="2000" b="1" dirty="0"/>
              <a:t>(</a:t>
            </a:r>
            <a:r>
              <a:rPr lang="ko-KR" altLang="en-US" sz="2000" b="1" dirty="0"/>
              <a:t>동적 메모리</a:t>
            </a:r>
            <a:r>
              <a:rPr lang="en-US" altLang="ko-KR" sz="2000" b="1" dirty="0"/>
              <a:t>)</a:t>
            </a:r>
          </a:p>
          <a:p>
            <a:pPr marL="742950" lvl="1" indent="-285750">
              <a:buFont typeface="Wingdings" panose="05000000000000000000" pitchFamily="2" charset="2"/>
              <a:buChar char="§"/>
            </a:pPr>
            <a:r>
              <a:rPr lang="ko-KR" altLang="en-US" dirty="0"/>
              <a:t>트랜스포머 모델은 단어를 하나씩 생성할 때마다 이전 토큰들의 연산 결과</a:t>
            </a:r>
            <a:r>
              <a:rPr lang="en-US" altLang="ko-KR" dirty="0"/>
              <a:t>(Key, Value </a:t>
            </a:r>
            <a:r>
              <a:rPr lang="ko-KR" altLang="en-US" dirty="0"/>
              <a:t>벡터</a:t>
            </a:r>
            <a:r>
              <a:rPr lang="en-US" altLang="ko-KR" dirty="0"/>
              <a:t>)</a:t>
            </a:r>
            <a:r>
              <a:rPr lang="ko-KR" altLang="en-US" dirty="0"/>
              <a:t>를 다시 계산하지 않고 </a:t>
            </a:r>
            <a:r>
              <a:rPr lang="en-US" altLang="ko-KR" dirty="0"/>
              <a:t>VRAM</a:t>
            </a:r>
            <a:r>
              <a:rPr lang="ko-KR" altLang="en-US" dirty="0"/>
              <a:t>에 저장</a:t>
            </a:r>
            <a:r>
              <a:rPr lang="en-US" altLang="ko-KR" dirty="0"/>
              <a:t>,</a:t>
            </a:r>
            <a:r>
              <a:rPr lang="ko-KR" altLang="en-US" dirty="0"/>
              <a:t> 재사용함</a:t>
            </a:r>
            <a:r>
              <a:rPr lang="en-US" altLang="ko-KR" dirty="0"/>
              <a:t>. </a:t>
            </a:r>
            <a:r>
              <a:rPr lang="ko-KR" altLang="en-US" dirty="0"/>
              <a:t>이를 </a:t>
            </a:r>
            <a:r>
              <a:rPr lang="en-US" altLang="ko-KR" dirty="0"/>
              <a:t>KV </a:t>
            </a:r>
            <a:r>
              <a:rPr lang="ko-KR" altLang="en-US" dirty="0"/>
              <a:t>캐시라고 함</a:t>
            </a:r>
            <a:r>
              <a:rPr lang="en-US" altLang="ko-KR" dirty="0"/>
              <a:t>.</a:t>
            </a:r>
          </a:p>
          <a:p>
            <a:pPr marL="742950" lvl="1" indent="-285750">
              <a:buFont typeface="Wingdings" panose="05000000000000000000" pitchFamily="2" charset="2"/>
              <a:buChar char="§"/>
            </a:pPr>
            <a:r>
              <a:rPr lang="ko-KR" altLang="en-US" dirty="0"/>
              <a:t>생성하는 문장이 길어질수록</a:t>
            </a:r>
            <a:r>
              <a:rPr lang="en-US" altLang="ko-KR" dirty="0"/>
              <a:t>, </a:t>
            </a:r>
            <a:r>
              <a:rPr lang="ko-KR" altLang="en-US" dirty="0"/>
              <a:t>그리고 한 번에 처리하는 사용자 요청이 많아질수록 이 </a:t>
            </a:r>
            <a:r>
              <a:rPr lang="en-US" altLang="ko-KR" dirty="0"/>
              <a:t>KV </a:t>
            </a:r>
            <a:r>
              <a:rPr lang="ko-KR" altLang="en-US" dirty="0"/>
              <a:t>캐시가 차지하는 </a:t>
            </a:r>
            <a:r>
              <a:rPr lang="en-US" altLang="ko-KR" dirty="0"/>
              <a:t>VRAM </a:t>
            </a:r>
            <a:r>
              <a:rPr lang="ko-KR" altLang="en-US" dirty="0"/>
              <a:t>공간은 선형적으로 폭발하게 됨</a:t>
            </a:r>
            <a:endParaRPr lang="en-US" altLang="ko-KR" dirty="0"/>
          </a:p>
          <a:p>
            <a:pPr marL="342900" indent="-342900">
              <a:buAutoNum type="arabicPeriod"/>
            </a:pPr>
            <a:r>
              <a:rPr lang="ko-KR" altLang="en-US" sz="2000" b="1" dirty="0"/>
              <a:t>최대 배치 크기</a:t>
            </a:r>
            <a:r>
              <a:rPr lang="en-US" altLang="ko-KR" sz="2000" b="1" dirty="0"/>
              <a:t>(Max Batch Size)</a:t>
            </a:r>
            <a:r>
              <a:rPr lang="ko-KR" altLang="en-US" sz="2000" b="1" dirty="0"/>
              <a:t>와 처리량</a:t>
            </a:r>
            <a:r>
              <a:rPr lang="en-US" altLang="ko-KR" sz="2000" b="1" dirty="0"/>
              <a:t>(Throughput) </a:t>
            </a:r>
            <a:r>
              <a:rPr lang="ko-KR" altLang="en-US" sz="2000" b="1" dirty="0"/>
              <a:t>직결</a:t>
            </a:r>
            <a:endParaRPr lang="en-US" altLang="ko-KR" sz="2000" b="1" dirty="0"/>
          </a:p>
          <a:p>
            <a:pPr marL="742950" lvl="1" indent="-285750">
              <a:buFont typeface="Wingdings" panose="05000000000000000000" pitchFamily="2" charset="2"/>
              <a:buChar char="§"/>
            </a:pPr>
            <a:r>
              <a:rPr lang="ko-KR" altLang="en-US" dirty="0"/>
              <a:t>남는 </a:t>
            </a:r>
            <a:r>
              <a:rPr lang="en-US" altLang="ko-KR" dirty="0"/>
              <a:t>VRAM </a:t>
            </a:r>
            <a:r>
              <a:rPr lang="ko-KR" altLang="en-US" dirty="0"/>
              <a:t>공간이 많을수록 더 많은 사용자의 요청을 하나의 배치</a:t>
            </a:r>
            <a:r>
              <a:rPr lang="en-US" altLang="ko-KR" dirty="0"/>
              <a:t>(Batch)</a:t>
            </a:r>
            <a:r>
              <a:rPr lang="ko-KR" altLang="en-US" dirty="0"/>
              <a:t>로 묶어서 동시에 처리 가능</a:t>
            </a:r>
            <a:endParaRPr lang="en-US" altLang="ko-KR" dirty="0"/>
          </a:p>
          <a:p>
            <a:pPr marL="742950" lvl="1" indent="-285750">
              <a:buFont typeface="Wingdings" panose="05000000000000000000" pitchFamily="2" charset="2"/>
              <a:buChar char="§"/>
            </a:pPr>
            <a:r>
              <a:rPr lang="en-US" altLang="ko-KR" dirty="0"/>
              <a:t>VRAM</a:t>
            </a:r>
            <a:r>
              <a:rPr lang="ko-KR" altLang="en-US" dirty="0"/>
              <a:t>이 꽉 차서 더 이상 배치를 늘리지 못해 강력한 </a:t>
            </a:r>
            <a:r>
              <a:rPr lang="en-US" altLang="ko-KR" dirty="0"/>
              <a:t>GPU </a:t>
            </a:r>
            <a:r>
              <a:rPr lang="ko-KR" altLang="en-US" dirty="0"/>
              <a:t>연산 코어</a:t>
            </a:r>
            <a:r>
              <a:rPr lang="en-US" altLang="ko-KR" dirty="0"/>
              <a:t>(CUDA </a:t>
            </a:r>
            <a:r>
              <a:rPr lang="ko-KR" altLang="en-US" dirty="0"/>
              <a:t>코어 등</a:t>
            </a:r>
            <a:r>
              <a:rPr lang="en-US" altLang="ko-KR" dirty="0"/>
              <a:t>)</a:t>
            </a:r>
            <a:r>
              <a:rPr lang="ko-KR" altLang="en-US" dirty="0"/>
              <a:t> </a:t>
            </a:r>
            <a:r>
              <a:rPr lang="ko-KR" altLang="en-US" dirty="0" err="1"/>
              <a:t>연산력을</a:t>
            </a:r>
            <a:r>
              <a:rPr lang="ko-KR" altLang="en-US" dirty="0"/>
              <a:t> </a:t>
            </a:r>
            <a:r>
              <a:rPr lang="en-US" altLang="ko-KR" dirty="0"/>
              <a:t>100% </a:t>
            </a:r>
            <a:r>
              <a:rPr lang="ko-KR" altLang="en-US" dirty="0"/>
              <a:t>활용하지 못하는 경우가 많다</a:t>
            </a:r>
            <a:r>
              <a:rPr lang="en-US" altLang="ko-KR" dirty="0"/>
              <a:t>. </a:t>
            </a:r>
            <a:r>
              <a:rPr lang="en-US" altLang="ko-KR" dirty="0">
                <a:sym typeface="Wingdings" panose="05000000000000000000" pitchFamily="2" charset="2"/>
              </a:rPr>
              <a:t> </a:t>
            </a:r>
            <a:r>
              <a:rPr lang="en-US" altLang="ko-KR" dirty="0"/>
              <a:t>VRAM</a:t>
            </a:r>
            <a:r>
              <a:rPr lang="ko-KR" altLang="en-US" dirty="0"/>
              <a:t>이 크면 처리량</a:t>
            </a:r>
            <a:r>
              <a:rPr lang="en-US" altLang="ko-KR" dirty="0"/>
              <a:t>(Throughput)</a:t>
            </a:r>
            <a:r>
              <a:rPr lang="ko-KR" altLang="en-US" dirty="0"/>
              <a:t>이 극대화되어 서비스 운영 비용 절감</a:t>
            </a:r>
            <a:endParaRPr lang="en-US" altLang="ko-KR" dirty="0"/>
          </a:p>
          <a:p>
            <a:pPr marL="342900" indent="-342900">
              <a:buAutoNum type="arabicPeriod"/>
            </a:pPr>
            <a:r>
              <a:rPr lang="ko-KR" altLang="en-US" sz="2000" b="1" dirty="0"/>
              <a:t>최대 컨텍스트 길이</a:t>
            </a:r>
            <a:r>
              <a:rPr lang="en-US" altLang="ko-KR" sz="2000" b="1" dirty="0"/>
              <a:t>(Max Context Window) </a:t>
            </a:r>
            <a:r>
              <a:rPr lang="ko-KR" altLang="en-US" sz="2000" b="1" dirty="0"/>
              <a:t>결정</a:t>
            </a:r>
            <a:endParaRPr lang="en-US" altLang="ko-KR" sz="2000" b="1" dirty="0"/>
          </a:p>
          <a:p>
            <a:pPr marL="742950" lvl="1" indent="-285750">
              <a:buFont typeface="Wingdings" panose="05000000000000000000" pitchFamily="2" charset="2"/>
              <a:buChar char="§"/>
            </a:pPr>
            <a:r>
              <a:rPr lang="ko-KR" altLang="en-US" dirty="0"/>
              <a:t>수백 장의 </a:t>
            </a:r>
            <a:r>
              <a:rPr lang="en-US" altLang="ko-KR" dirty="0"/>
              <a:t>PDF </a:t>
            </a:r>
            <a:r>
              <a:rPr lang="ko-KR" altLang="en-US" dirty="0"/>
              <a:t>문서나 긴 코드를 요약</a:t>
            </a:r>
            <a:r>
              <a:rPr lang="en-US" altLang="ko-KR" dirty="0"/>
              <a:t>/</a:t>
            </a:r>
            <a:r>
              <a:rPr lang="ko-KR" altLang="en-US" dirty="0"/>
              <a:t>분석하려면 한 번에 모델에 입력할 수 있는 큰 토큰</a:t>
            </a:r>
            <a:r>
              <a:rPr lang="en-US" altLang="ko-KR" dirty="0"/>
              <a:t>(Context) </a:t>
            </a:r>
            <a:r>
              <a:rPr lang="ko-KR" altLang="en-US" dirty="0"/>
              <a:t>길이 처리 필요</a:t>
            </a:r>
            <a:r>
              <a:rPr lang="en-US" altLang="ko-KR" dirty="0"/>
              <a:t>. </a:t>
            </a:r>
            <a:r>
              <a:rPr lang="ko-KR" altLang="en-US" dirty="0"/>
              <a:t>입력 시퀀스가 길어질수록 </a:t>
            </a:r>
            <a:r>
              <a:rPr lang="en-US" altLang="ko-KR" dirty="0"/>
              <a:t>KV </a:t>
            </a:r>
            <a:r>
              <a:rPr lang="ko-KR" altLang="en-US" dirty="0"/>
              <a:t>캐시의 크기가 기하급수적으로 커지고</a:t>
            </a:r>
            <a:r>
              <a:rPr lang="en-US" altLang="ko-KR" dirty="0"/>
              <a:t>, </a:t>
            </a:r>
            <a:r>
              <a:rPr lang="ko-KR" altLang="en-US" dirty="0"/>
              <a:t>넉넉한 </a:t>
            </a:r>
            <a:r>
              <a:rPr lang="en-US" altLang="ko-KR" dirty="0"/>
              <a:t>VRAM</a:t>
            </a:r>
            <a:r>
              <a:rPr lang="ko-KR" altLang="en-US" dirty="0"/>
              <a:t>은 롱 컨텍스트</a:t>
            </a:r>
            <a:r>
              <a:rPr lang="en-US" altLang="ko-KR" dirty="0"/>
              <a:t>(Long-context) </a:t>
            </a:r>
            <a:r>
              <a:rPr lang="ko-KR" altLang="en-US" dirty="0"/>
              <a:t>처리를 위한 필수 조건</a:t>
            </a:r>
            <a:r>
              <a:rPr lang="en-US" altLang="ko-KR" dirty="0"/>
              <a:t>.</a:t>
            </a:r>
          </a:p>
        </p:txBody>
      </p:sp>
    </p:spTree>
    <p:extLst>
      <p:ext uri="{BB962C8B-B14F-4D97-AF65-F5344CB8AC3E}">
        <p14:creationId xmlns:p14="http://schemas.microsoft.com/office/powerpoint/2010/main" val="2003032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latin typeface="+mn-lt"/>
              </a:rPr>
              <a:t>Homogenous</a:t>
            </a:r>
            <a:r>
              <a:rPr lang="ko-KR" altLang="en-US" dirty="0">
                <a:latin typeface="+mn-lt"/>
              </a:rPr>
              <a:t> </a:t>
            </a:r>
            <a:r>
              <a:rPr lang="en-US" altLang="ko-KR" dirty="0">
                <a:latin typeface="+mn-lt"/>
              </a:rPr>
              <a:t>Computing</a:t>
            </a:r>
            <a:r>
              <a:rPr lang="ko-KR" altLang="en-US" dirty="0">
                <a:latin typeface="+mn-lt"/>
              </a:rPr>
              <a:t> </a:t>
            </a:r>
            <a:r>
              <a:rPr lang="en-US" altLang="ko-KR" dirty="0">
                <a:latin typeface="+mn-lt"/>
              </a:rPr>
              <a:t>System (Intel i7)</a:t>
            </a:r>
            <a:endParaRPr lang="ko-KR" altLang="en-US" dirty="0">
              <a:latin typeface="+mn-lt"/>
            </a:endParaRPr>
          </a:p>
        </p:txBody>
      </p:sp>
      <p:sp>
        <p:nvSpPr>
          <p:cNvPr id="5" name="슬라이드 번호 개체 틀 4"/>
          <p:cNvSpPr>
            <a:spLocks noGrp="1"/>
          </p:cNvSpPr>
          <p:nvPr>
            <p:ph type="sldNum" sz="quarter" idx="12"/>
          </p:nvPr>
        </p:nvSpPr>
        <p:spPr/>
        <p:txBody>
          <a:bodyPr/>
          <a:lstStyle/>
          <a:p>
            <a:fld id="{60713B85-413F-4AF8-87EF-6B2EC5D22D3F}" type="slidenum">
              <a:rPr lang="ko-KR" altLang="en-US" smtClean="0"/>
              <a:t>12</a:t>
            </a:fld>
            <a:endParaRPr lang="ko-KR" altLang="en-US"/>
          </a:p>
        </p:txBody>
      </p:sp>
      <p:sp>
        <p:nvSpPr>
          <p:cNvPr id="7" name="내용 개체 틀 6">
            <a:extLst>
              <a:ext uri="{FF2B5EF4-FFF2-40B4-BE49-F238E27FC236}">
                <a16:creationId xmlns:a16="http://schemas.microsoft.com/office/drawing/2014/main" id="{FB34F482-8D0E-4822-97AA-ACFFACD5EB68}"/>
              </a:ext>
            </a:extLst>
          </p:cNvPr>
          <p:cNvSpPr>
            <a:spLocks noGrp="1"/>
          </p:cNvSpPr>
          <p:nvPr>
            <p:ph idx="1"/>
          </p:nvPr>
        </p:nvSpPr>
        <p:spPr>
          <a:xfrm>
            <a:off x="838200" y="1295408"/>
            <a:ext cx="3743016" cy="665948"/>
          </a:xfrm>
        </p:spPr>
        <p:txBody>
          <a:bodyPr>
            <a:normAutofit/>
          </a:bodyPr>
          <a:lstStyle/>
          <a:p>
            <a:r>
              <a:rPr lang="en-US" altLang="ko-KR" dirty="0"/>
              <a:t>CPU – Multi-core</a:t>
            </a:r>
            <a:endParaRPr lang="ko-KR" altLang="en-US" dirty="0"/>
          </a:p>
        </p:txBody>
      </p:sp>
      <p:pic>
        <p:nvPicPr>
          <p:cNvPr id="1026" name="Picture 2" descr="Block diagram of multi-core processor with Intel quick-path... | Download  Scientific Diagram">
            <a:extLst>
              <a:ext uri="{FF2B5EF4-FFF2-40B4-BE49-F238E27FC236}">
                <a16:creationId xmlns:a16="http://schemas.microsoft.com/office/drawing/2014/main" id="{81601A14-FBC3-407C-9018-5FD76B8F8A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483" y="1961356"/>
            <a:ext cx="4339674" cy="33441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ADBF9ACB-EBD3-49DB-97C5-3335A1B840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4986" y="2628900"/>
            <a:ext cx="5864087" cy="36576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492A6D2-E4B7-4EF0-95B0-7B7343D14AFE}"/>
              </a:ext>
            </a:extLst>
          </p:cNvPr>
          <p:cNvSpPr txBox="1"/>
          <p:nvPr/>
        </p:nvSpPr>
        <p:spPr>
          <a:xfrm>
            <a:off x="5764986" y="1295408"/>
            <a:ext cx="5314494" cy="1200329"/>
          </a:xfrm>
          <a:prstGeom prst="rect">
            <a:avLst/>
          </a:prstGeom>
          <a:noFill/>
        </p:spPr>
        <p:txBody>
          <a:bodyPr wrap="square" rtlCol="0">
            <a:spAutoFit/>
          </a:bodyPr>
          <a:lstStyle/>
          <a:p>
            <a:r>
              <a:rPr lang="ko-KR" altLang="en-US" dirty="0"/>
              <a:t>현대 인텔 </a:t>
            </a:r>
            <a:r>
              <a:rPr lang="en-US" altLang="ko-KR" dirty="0"/>
              <a:t>CPU </a:t>
            </a:r>
            <a:r>
              <a:rPr lang="ko-KR" altLang="en-US" dirty="0"/>
              <a:t>특징</a:t>
            </a:r>
            <a:r>
              <a:rPr lang="en-US" altLang="ko-KR" dirty="0"/>
              <a:t>:</a:t>
            </a:r>
          </a:p>
          <a:p>
            <a:pPr marL="285750" indent="-285750">
              <a:buFontTx/>
              <a:buChar char="-"/>
            </a:pPr>
            <a:r>
              <a:rPr lang="ko-KR" altLang="en-US" dirty="0"/>
              <a:t>각 코어</a:t>
            </a:r>
            <a:r>
              <a:rPr lang="en-US" altLang="ko-KR" dirty="0"/>
              <a:t>: L1 / L2 </a:t>
            </a:r>
            <a:r>
              <a:rPr lang="ko-KR" altLang="en-US" dirty="0"/>
              <a:t>캐시 </a:t>
            </a:r>
            <a:r>
              <a:rPr lang="en-US" altLang="ko-KR" dirty="0"/>
              <a:t>(private)</a:t>
            </a:r>
          </a:p>
          <a:p>
            <a:pPr marL="285750" indent="-285750">
              <a:buFontTx/>
              <a:buChar char="-"/>
            </a:pPr>
            <a:r>
              <a:rPr lang="ko-KR" altLang="en-US" dirty="0"/>
              <a:t>전체 코어</a:t>
            </a:r>
            <a:r>
              <a:rPr lang="en-US" altLang="ko-KR" dirty="0"/>
              <a:t>: Shared L3 Cache</a:t>
            </a:r>
          </a:p>
          <a:p>
            <a:pPr marL="285750" indent="-285750">
              <a:buFontTx/>
              <a:buChar char="-"/>
            </a:pPr>
            <a:r>
              <a:rPr lang="ko-KR" altLang="en-US" dirty="0"/>
              <a:t>내부 연결</a:t>
            </a:r>
            <a:r>
              <a:rPr lang="en-US" altLang="ko-KR" dirty="0"/>
              <a:t>: Ring Bus / Mesh Interconnect</a:t>
            </a:r>
            <a:endParaRPr lang="ko-KR" altLang="en-US" dirty="0"/>
          </a:p>
        </p:txBody>
      </p:sp>
      <p:sp>
        <p:nvSpPr>
          <p:cNvPr id="8" name="TextBox 7">
            <a:extLst>
              <a:ext uri="{FF2B5EF4-FFF2-40B4-BE49-F238E27FC236}">
                <a16:creationId xmlns:a16="http://schemas.microsoft.com/office/drawing/2014/main" id="{37B0E0E0-CF7F-4383-8E20-F5AB5BFC65CD}"/>
              </a:ext>
            </a:extLst>
          </p:cNvPr>
          <p:cNvSpPr txBox="1"/>
          <p:nvPr/>
        </p:nvSpPr>
        <p:spPr>
          <a:xfrm>
            <a:off x="450493" y="5593080"/>
            <a:ext cx="5058767" cy="646331"/>
          </a:xfrm>
          <a:prstGeom prst="rect">
            <a:avLst/>
          </a:prstGeom>
          <a:noFill/>
        </p:spPr>
        <p:txBody>
          <a:bodyPr wrap="square" rtlCol="0">
            <a:spAutoFit/>
          </a:bodyPr>
          <a:lstStyle/>
          <a:p>
            <a:r>
              <a:rPr lang="ko-KR" altLang="en-US" i="1" dirty="0">
                <a:solidFill>
                  <a:srgbClr val="C00000"/>
                </a:solidFill>
              </a:rPr>
              <a:t>개발자는</a:t>
            </a:r>
            <a:r>
              <a:rPr lang="en-US" altLang="ko-KR" i="1" dirty="0">
                <a:solidFill>
                  <a:srgbClr val="C00000"/>
                </a:solidFill>
              </a:rPr>
              <a:t> multi-threading programming</a:t>
            </a:r>
            <a:r>
              <a:rPr lang="ko-KR" altLang="en-US" i="1" dirty="0">
                <a:solidFill>
                  <a:srgbClr val="C00000"/>
                </a:solidFill>
              </a:rPr>
              <a:t>만 잘하면 되고</a:t>
            </a:r>
            <a:r>
              <a:rPr lang="en-US" altLang="ko-KR" i="1" dirty="0">
                <a:solidFill>
                  <a:srgbClr val="C00000"/>
                </a:solidFill>
              </a:rPr>
              <a:t>, multi-core processing</a:t>
            </a:r>
            <a:r>
              <a:rPr lang="ko-KR" altLang="en-US" i="1" dirty="0">
                <a:solidFill>
                  <a:srgbClr val="C00000"/>
                </a:solidFill>
              </a:rPr>
              <a:t>은 </a:t>
            </a:r>
            <a:r>
              <a:rPr lang="en-US" altLang="ko-KR" i="1" dirty="0" err="1">
                <a:solidFill>
                  <a:srgbClr val="C00000"/>
                </a:solidFill>
              </a:rPr>
              <a:t>linux</a:t>
            </a:r>
            <a:r>
              <a:rPr lang="ko-KR" altLang="en-US" i="1" dirty="0">
                <a:solidFill>
                  <a:srgbClr val="C00000"/>
                </a:solidFill>
              </a:rPr>
              <a:t>가 처리함</a:t>
            </a:r>
            <a:r>
              <a:rPr lang="en-US" altLang="ko-KR" i="1" dirty="0">
                <a:solidFill>
                  <a:srgbClr val="C00000"/>
                </a:solidFill>
              </a:rPr>
              <a:t>.</a:t>
            </a:r>
            <a:endParaRPr lang="ko-KR" altLang="en-US" i="1" dirty="0">
              <a:solidFill>
                <a:srgbClr val="C00000"/>
              </a:solidFill>
            </a:endParaRPr>
          </a:p>
        </p:txBody>
      </p:sp>
    </p:spTree>
    <p:extLst>
      <p:ext uri="{BB962C8B-B14F-4D97-AF65-F5344CB8AC3E}">
        <p14:creationId xmlns:p14="http://schemas.microsoft.com/office/powerpoint/2010/main" val="37222935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latin typeface="+mn-lt"/>
              </a:rPr>
              <a:t>Heterogenous</a:t>
            </a:r>
            <a:r>
              <a:rPr lang="ko-KR" altLang="en-US" dirty="0">
                <a:latin typeface="+mn-lt"/>
              </a:rPr>
              <a:t> </a:t>
            </a:r>
            <a:r>
              <a:rPr lang="en-US" altLang="ko-KR" dirty="0">
                <a:latin typeface="+mn-lt"/>
              </a:rPr>
              <a:t>Computing</a:t>
            </a:r>
            <a:r>
              <a:rPr lang="ko-KR" altLang="en-US" dirty="0">
                <a:latin typeface="+mn-lt"/>
              </a:rPr>
              <a:t> </a:t>
            </a:r>
            <a:r>
              <a:rPr lang="en-US" altLang="ko-KR" dirty="0">
                <a:latin typeface="+mn-lt"/>
              </a:rPr>
              <a:t>System</a:t>
            </a:r>
            <a:endParaRPr lang="ko-KR" altLang="en-US" dirty="0">
              <a:latin typeface="+mn-lt"/>
            </a:endParaRPr>
          </a:p>
        </p:txBody>
      </p:sp>
      <p:sp>
        <p:nvSpPr>
          <p:cNvPr id="5" name="슬라이드 번호 개체 틀 4"/>
          <p:cNvSpPr>
            <a:spLocks noGrp="1"/>
          </p:cNvSpPr>
          <p:nvPr>
            <p:ph type="sldNum" sz="quarter" idx="12"/>
          </p:nvPr>
        </p:nvSpPr>
        <p:spPr/>
        <p:txBody>
          <a:bodyPr/>
          <a:lstStyle/>
          <a:p>
            <a:fld id="{60713B85-413F-4AF8-87EF-6B2EC5D22D3F}" type="slidenum">
              <a:rPr lang="ko-KR" altLang="en-US" smtClean="0"/>
              <a:t>13</a:t>
            </a:fld>
            <a:endParaRPr lang="ko-KR" altLang="en-US"/>
          </a:p>
        </p:txBody>
      </p:sp>
      <p:sp>
        <p:nvSpPr>
          <p:cNvPr id="7" name="내용 개체 틀 6">
            <a:extLst>
              <a:ext uri="{FF2B5EF4-FFF2-40B4-BE49-F238E27FC236}">
                <a16:creationId xmlns:a16="http://schemas.microsoft.com/office/drawing/2014/main" id="{FB34F482-8D0E-4822-97AA-ACFFACD5EB68}"/>
              </a:ext>
            </a:extLst>
          </p:cNvPr>
          <p:cNvSpPr>
            <a:spLocks noGrp="1"/>
          </p:cNvSpPr>
          <p:nvPr>
            <p:ph idx="1"/>
          </p:nvPr>
        </p:nvSpPr>
        <p:spPr>
          <a:xfrm>
            <a:off x="838200" y="1295408"/>
            <a:ext cx="3045737" cy="665948"/>
          </a:xfrm>
        </p:spPr>
        <p:txBody>
          <a:bodyPr/>
          <a:lstStyle/>
          <a:p>
            <a:r>
              <a:rPr lang="en-US" altLang="ko-KR" dirty="0"/>
              <a:t>CPU - GPU</a:t>
            </a:r>
            <a:endParaRPr lang="ko-KR" altLang="en-US" dirty="0"/>
          </a:p>
        </p:txBody>
      </p:sp>
      <p:grpSp>
        <p:nvGrpSpPr>
          <p:cNvPr id="3" name="그룹 2">
            <a:extLst>
              <a:ext uri="{FF2B5EF4-FFF2-40B4-BE49-F238E27FC236}">
                <a16:creationId xmlns:a16="http://schemas.microsoft.com/office/drawing/2014/main" id="{A67CA071-DDC2-4AAB-A111-28385D496676}"/>
              </a:ext>
            </a:extLst>
          </p:cNvPr>
          <p:cNvGrpSpPr/>
          <p:nvPr/>
        </p:nvGrpSpPr>
        <p:grpSpPr>
          <a:xfrm>
            <a:off x="4508751" y="2551114"/>
            <a:ext cx="7604429" cy="3695404"/>
            <a:chOff x="609841" y="2215450"/>
            <a:chExt cx="7604429" cy="3695404"/>
          </a:xfrm>
        </p:grpSpPr>
        <p:sp>
          <p:nvSpPr>
            <p:cNvPr id="12" name="Rectángulo 5">
              <a:extLst>
                <a:ext uri="{FF2B5EF4-FFF2-40B4-BE49-F238E27FC236}">
                  <a16:creationId xmlns:a16="http://schemas.microsoft.com/office/drawing/2014/main" id="{940CB302-1940-B445-B922-95690873458D}"/>
                </a:ext>
              </a:extLst>
            </p:cNvPr>
            <p:cNvSpPr/>
            <p:nvPr/>
          </p:nvSpPr>
          <p:spPr>
            <a:xfrm>
              <a:off x="609841" y="2215450"/>
              <a:ext cx="6560899" cy="279644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cxnSp>
          <p:nvCxnSpPr>
            <p:cNvPr id="13" name="Conector angular 6">
              <a:extLst>
                <a:ext uri="{FF2B5EF4-FFF2-40B4-BE49-F238E27FC236}">
                  <a16:creationId xmlns:a16="http://schemas.microsoft.com/office/drawing/2014/main" id="{07820135-49DC-B741-BF2D-753F43DD1452}"/>
                </a:ext>
              </a:extLst>
            </p:cNvPr>
            <p:cNvCxnSpPr/>
            <p:nvPr/>
          </p:nvCxnSpPr>
          <p:spPr>
            <a:xfrm rot="16200000" flipV="1">
              <a:off x="3078057" y="3936485"/>
              <a:ext cx="995514" cy="2"/>
            </a:xfrm>
            <a:prstGeom prst="bentConnector3">
              <a:avLst>
                <a:gd name="adj1" fmla="val 50000"/>
              </a:avLst>
            </a:prstGeom>
            <a:ln w="38100">
              <a:solidFill>
                <a:schemeClr val="tx1"/>
              </a:solidFill>
              <a:prstDash val="dash"/>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4" name="Rectángulo redondeado 8">
              <a:extLst>
                <a:ext uri="{FF2B5EF4-FFF2-40B4-BE49-F238E27FC236}">
                  <a16:creationId xmlns:a16="http://schemas.microsoft.com/office/drawing/2014/main" id="{9F1BDF28-61B6-8B4C-976B-4E2D7700F050}"/>
                </a:ext>
              </a:extLst>
            </p:cNvPr>
            <p:cNvSpPr/>
            <p:nvPr/>
          </p:nvSpPr>
          <p:spPr>
            <a:xfrm>
              <a:off x="682307" y="2273172"/>
              <a:ext cx="537779" cy="537778"/>
            </a:xfrm>
            <a:prstGeom prst="roundRect">
              <a:avLst/>
            </a:prstGeom>
            <a:solidFill>
              <a:schemeClr val="bg1">
                <a:lumMod val="7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200" dirty="0">
                  <a:solidFill>
                    <a:schemeClr val="tx1"/>
                  </a:solidFill>
                </a:rPr>
                <a:t>CPU core 0</a:t>
              </a:r>
            </a:p>
          </p:txBody>
        </p:sp>
        <p:sp>
          <p:nvSpPr>
            <p:cNvPr id="15" name="Rectángulo redondeado 9">
              <a:extLst>
                <a:ext uri="{FF2B5EF4-FFF2-40B4-BE49-F238E27FC236}">
                  <a16:creationId xmlns:a16="http://schemas.microsoft.com/office/drawing/2014/main" id="{6D31DD04-CC1A-D34A-83E3-D799DA931217}"/>
                </a:ext>
              </a:extLst>
            </p:cNvPr>
            <p:cNvSpPr/>
            <p:nvPr/>
          </p:nvSpPr>
          <p:spPr>
            <a:xfrm>
              <a:off x="1275239" y="2273172"/>
              <a:ext cx="537779" cy="537778"/>
            </a:xfrm>
            <a:prstGeom prst="roundRect">
              <a:avLst/>
            </a:prstGeom>
            <a:solidFill>
              <a:schemeClr val="bg1">
                <a:lumMod val="7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200" dirty="0">
                  <a:solidFill>
                    <a:schemeClr val="tx1"/>
                  </a:solidFill>
                </a:rPr>
                <a:t>CPU core 1</a:t>
              </a:r>
            </a:p>
          </p:txBody>
        </p:sp>
        <p:sp>
          <p:nvSpPr>
            <p:cNvPr id="16" name="Rectángulo redondeado 10">
              <a:extLst>
                <a:ext uri="{FF2B5EF4-FFF2-40B4-BE49-F238E27FC236}">
                  <a16:creationId xmlns:a16="http://schemas.microsoft.com/office/drawing/2014/main" id="{D528A367-F944-9342-BCB7-C6CA7FBC308F}"/>
                </a:ext>
              </a:extLst>
            </p:cNvPr>
            <p:cNvSpPr/>
            <p:nvPr/>
          </p:nvSpPr>
          <p:spPr>
            <a:xfrm>
              <a:off x="2077259" y="2279292"/>
              <a:ext cx="537779" cy="537778"/>
            </a:xfrm>
            <a:prstGeom prst="roundRect">
              <a:avLst/>
            </a:prstGeom>
            <a:solidFill>
              <a:schemeClr val="bg1">
                <a:lumMod val="7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200" dirty="0">
                  <a:solidFill>
                    <a:schemeClr val="tx1"/>
                  </a:solidFill>
                </a:rPr>
                <a:t>CPU core N-1</a:t>
              </a:r>
            </a:p>
          </p:txBody>
        </p:sp>
        <p:sp>
          <p:nvSpPr>
            <p:cNvPr id="17" name="CuadroTexto 11">
              <a:extLst>
                <a:ext uri="{FF2B5EF4-FFF2-40B4-BE49-F238E27FC236}">
                  <a16:creationId xmlns:a16="http://schemas.microsoft.com/office/drawing/2014/main" id="{FCCB9A6D-72E9-D64A-89FD-5540E2DF75ED}"/>
                </a:ext>
              </a:extLst>
            </p:cNvPr>
            <p:cNvSpPr txBox="1"/>
            <p:nvPr/>
          </p:nvSpPr>
          <p:spPr>
            <a:xfrm>
              <a:off x="1826516" y="2361194"/>
              <a:ext cx="256968" cy="275859"/>
            </a:xfrm>
            <a:prstGeom prst="rect">
              <a:avLst/>
            </a:prstGeom>
            <a:noFill/>
          </p:spPr>
          <p:txBody>
            <a:bodyPr wrap="non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is-IS" dirty="0"/>
                <a:t>…</a:t>
              </a:r>
              <a:endParaRPr lang="en-US" dirty="0"/>
            </a:p>
          </p:txBody>
        </p:sp>
        <p:sp>
          <p:nvSpPr>
            <p:cNvPr id="18" name="Rectángulo redondeado 12">
              <a:extLst>
                <a:ext uri="{FF2B5EF4-FFF2-40B4-BE49-F238E27FC236}">
                  <a16:creationId xmlns:a16="http://schemas.microsoft.com/office/drawing/2014/main" id="{DD641D97-7DE2-4842-80AF-4183F3A628F7}"/>
                </a:ext>
              </a:extLst>
            </p:cNvPr>
            <p:cNvSpPr/>
            <p:nvPr/>
          </p:nvSpPr>
          <p:spPr>
            <a:xfrm>
              <a:off x="688532" y="2846669"/>
              <a:ext cx="537779" cy="268888"/>
            </a:xfrm>
            <a:prstGeom prst="roundRect">
              <a:avLst/>
            </a:prstGeom>
            <a:solidFill>
              <a:schemeClr val="accent2">
                <a:lumMod val="20000"/>
                <a:lumOff val="8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200" dirty="0">
                  <a:solidFill>
                    <a:schemeClr val="tx1"/>
                  </a:solidFill>
                </a:rPr>
                <a:t>L1</a:t>
              </a:r>
            </a:p>
          </p:txBody>
        </p:sp>
        <p:sp>
          <p:nvSpPr>
            <p:cNvPr id="19" name="Rectángulo redondeado 13">
              <a:extLst>
                <a:ext uri="{FF2B5EF4-FFF2-40B4-BE49-F238E27FC236}">
                  <a16:creationId xmlns:a16="http://schemas.microsoft.com/office/drawing/2014/main" id="{EA31402A-1F33-C144-8CE7-2F1AEECD2F13}"/>
                </a:ext>
              </a:extLst>
            </p:cNvPr>
            <p:cNvSpPr/>
            <p:nvPr/>
          </p:nvSpPr>
          <p:spPr>
            <a:xfrm>
              <a:off x="1281464" y="2846669"/>
              <a:ext cx="537779" cy="268888"/>
            </a:xfrm>
            <a:prstGeom prst="roundRect">
              <a:avLst/>
            </a:prstGeom>
            <a:solidFill>
              <a:schemeClr val="accent2">
                <a:lumMod val="20000"/>
                <a:lumOff val="8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200" dirty="0">
                  <a:solidFill>
                    <a:schemeClr val="tx1"/>
                  </a:solidFill>
                </a:rPr>
                <a:t>L1</a:t>
              </a:r>
            </a:p>
          </p:txBody>
        </p:sp>
        <p:sp>
          <p:nvSpPr>
            <p:cNvPr id="20" name="Rectángulo redondeado 14">
              <a:extLst>
                <a:ext uri="{FF2B5EF4-FFF2-40B4-BE49-F238E27FC236}">
                  <a16:creationId xmlns:a16="http://schemas.microsoft.com/office/drawing/2014/main" id="{7CB0F8F8-6C9F-9640-BEE7-406447513B05}"/>
                </a:ext>
              </a:extLst>
            </p:cNvPr>
            <p:cNvSpPr/>
            <p:nvPr/>
          </p:nvSpPr>
          <p:spPr>
            <a:xfrm>
              <a:off x="2083483" y="2852789"/>
              <a:ext cx="537779" cy="268888"/>
            </a:xfrm>
            <a:prstGeom prst="roundRect">
              <a:avLst/>
            </a:prstGeom>
            <a:solidFill>
              <a:schemeClr val="accent2">
                <a:lumMod val="20000"/>
                <a:lumOff val="8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200" dirty="0">
                  <a:solidFill>
                    <a:schemeClr val="tx1"/>
                  </a:solidFill>
                </a:rPr>
                <a:t>L1</a:t>
              </a:r>
            </a:p>
          </p:txBody>
        </p:sp>
        <p:sp>
          <p:nvSpPr>
            <p:cNvPr id="21" name="CuadroTexto 15">
              <a:extLst>
                <a:ext uri="{FF2B5EF4-FFF2-40B4-BE49-F238E27FC236}">
                  <a16:creationId xmlns:a16="http://schemas.microsoft.com/office/drawing/2014/main" id="{41F579CE-3287-9F4E-BB4D-B1154B4F77E1}"/>
                </a:ext>
              </a:extLst>
            </p:cNvPr>
            <p:cNvSpPr txBox="1"/>
            <p:nvPr/>
          </p:nvSpPr>
          <p:spPr>
            <a:xfrm>
              <a:off x="1822993" y="2797767"/>
              <a:ext cx="256968" cy="275859"/>
            </a:xfrm>
            <a:prstGeom prst="rect">
              <a:avLst/>
            </a:prstGeom>
            <a:noFill/>
          </p:spPr>
          <p:txBody>
            <a:bodyPr wrap="non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is-IS" dirty="0"/>
                <a:t>…</a:t>
              </a:r>
              <a:endParaRPr lang="en-US" dirty="0"/>
            </a:p>
          </p:txBody>
        </p:sp>
        <p:sp>
          <p:nvSpPr>
            <p:cNvPr id="22" name="Rectángulo redondeado 16">
              <a:extLst>
                <a:ext uri="{FF2B5EF4-FFF2-40B4-BE49-F238E27FC236}">
                  <a16:creationId xmlns:a16="http://schemas.microsoft.com/office/drawing/2014/main" id="{3971085A-87EC-5843-99DD-0294C7F2BD8A}"/>
                </a:ext>
              </a:extLst>
            </p:cNvPr>
            <p:cNvSpPr/>
            <p:nvPr/>
          </p:nvSpPr>
          <p:spPr>
            <a:xfrm>
              <a:off x="682306" y="3160115"/>
              <a:ext cx="1938955" cy="268885"/>
            </a:xfrm>
            <a:prstGeom prst="roundRect">
              <a:avLst/>
            </a:prstGeom>
            <a:solidFill>
              <a:schemeClr val="accent2">
                <a:lumMod val="40000"/>
                <a:lumOff val="6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200" dirty="0">
                  <a:solidFill>
                    <a:schemeClr val="tx1"/>
                  </a:solidFill>
                </a:rPr>
                <a:t>L2</a:t>
              </a:r>
            </a:p>
          </p:txBody>
        </p:sp>
        <p:grpSp>
          <p:nvGrpSpPr>
            <p:cNvPr id="23" name="Agrupar 32">
              <a:extLst>
                <a:ext uri="{FF2B5EF4-FFF2-40B4-BE49-F238E27FC236}">
                  <a16:creationId xmlns:a16="http://schemas.microsoft.com/office/drawing/2014/main" id="{5A8A6A6E-98BF-7443-99AE-BC1C7A607516}"/>
                </a:ext>
              </a:extLst>
            </p:cNvPr>
            <p:cNvGrpSpPr/>
            <p:nvPr/>
          </p:nvGrpSpPr>
          <p:grpSpPr>
            <a:xfrm>
              <a:off x="5164068" y="2286961"/>
              <a:ext cx="1938955" cy="830235"/>
              <a:chOff x="6445544" y="424377"/>
              <a:chExt cx="2595952" cy="1111553"/>
            </a:xfrm>
          </p:grpSpPr>
          <p:sp>
            <p:nvSpPr>
              <p:cNvPr id="59" name="Rectángulo redondeado 34">
                <a:extLst>
                  <a:ext uri="{FF2B5EF4-FFF2-40B4-BE49-F238E27FC236}">
                    <a16:creationId xmlns:a16="http://schemas.microsoft.com/office/drawing/2014/main" id="{CD786A82-D027-104D-814C-4579225D9856}"/>
                  </a:ext>
                </a:extLst>
              </p:cNvPr>
              <p:cNvSpPr/>
              <p:nvPr/>
            </p:nvSpPr>
            <p:spPr>
              <a:xfrm>
                <a:off x="6445544" y="424377"/>
                <a:ext cx="2595952" cy="1109357"/>
              </a:xfrm>
              <a:prstGeom prst="roundRect">
                <a:avLst/>
              </a:prstGeom>
              <a:solidFill>
                <a:srgbClr val="DCE6F2"/>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bIns="36000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400" dirty="0">
                    <a:solidFill>
                      <a:schemeClr val="tx1"/>
                    </a:solidFill>
                  </a:rPr>
                  <a:t>FPGA</a:t>
                </a:r>
              </a:p>
            </p:txBody>
          </p:sp>
          <p:sp>
            <p:nvSpPr>
              <p:cNvPr id="60" name="Rectángulo redondeado 35">
                <a:extLst>
                  <a:ext uri="{FF2B5EF4-FFF2-40B4-BE49-F238E27FC236}">
                    <a16:creationId xmlns:a16="http://schemas.microsoft.com/office/drawing/2014/main" id="{1A762B51-E7C4-544B-9D54-235A4ACC5481}"/>
                  </a:ext>
                </a:extLst>
              </p:cNvPr>
              <p:cNvSpPr/>
              <p:nvPr/>
            </p:nvSpPr>
            <p:spPr>
              <a:xfrm>
                <a:off x="7627723" y="1175936"/>
                <a:ext cx="695164" cy="359994"/>
              </a:xfrm>
              <a:prstGeom prst="roundRect">
                <a:avLst/>
              </a:prstGeom>
              <a:solidFill>
                <a:schemeClr val="accent2">
                  <a:lumMod val="20000"/>
                  <a:lumOff val="8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100" dirty="0">
                    <a:solidFill>
                      <a:schemeClr val="tx1"/>
                    </a:solidFill>
                  </a:rPr>
                  <a:t>DMA</a:t>
                </a:r>
              </a:p>
            </p:txBody>
          </p:sp>
          <p:sp>
            <p:nvSpPr>
              <p:cNvPr id="61" name="Rectángulo redondeado 33">
                <a:extLst>
                  <a:ext uri="{FF2B5EF4-FFF2-40B4-BE49-F238E27FC236}">
                    <a16:creationId xmlns:a16="http://schemas.microsoft.com/office/drawing/2014/main" id="{E3F52DE2-DECB-9E43-9211-27FAB94F1DBA}"/>
                  </a:ext>
                </a:extLst>
              </p:cNvPr>
              <p:cNvSpPr/>
              <p:nvPr/>
            </p:nvSpPr>
            <p:spPr>
              <a:xfrm>
                <a:off x="6559718" y="1055888"/>
                <a:ext cx="1060551" cy="480042"/>
              </a:xfrm>
              <a:prstGeom prst="roundRect">
                <a:avLst/>
              </a:prstGeom>
              <a:solidFill>
                <a:schemeClr val="accent2">
                  <a:lumMod val="20000"/>
                  <a:lumOff val="8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900" dirty="0">
                    <a:solidFill>
                      <a:schemeClr val="tx1"/>
                    </a:solidFill>
                  </a:rPr>
                  <a:t>Scratchpad</a:t>
                </a:r>
              </a:p>
            </p:txBody>
          </p:sp>
        </p:grpSp>
        <p:sp>
          <p:nvSpPr>
            <p:cNvPr id="24" name="Rectángulo redondeado 36">
              <a:extLst>
                <a:ext uri="{FF2B5EF4-FFF2-40B4-BE49-F238E27FC236}">
                  <a16:creationId xmlns:a16="http://schemas.microsoft.com/office/drawing/2014/main" id="{B96B00BE-9128-1941-AE2E-895E403C4559}"/>
                </a:ext>
              </a:extLst>
            </p:cNvPr>
            <p:cNvSpPr/>
            <p:nvPr/>
          </p:nvSpPr>
          <p:spPr>
            <a:xfrm>
              <a:off x="2009597" y="3890091"/>
              <a:ext cx="3764450" cy="134438"/>
            </a:xfrm>
            <a:prstGeom prst="roundRect">
              <a:avLst/>
            </a:prstGeom>
            <a:solidFill>
              <a:schemeClr val="bg1">
                <a:lumMod val="6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000" dirty="0">
                  <a:solidFill>
                    <a:schemeClr val="tx1"/>
                  </a:solidFill>
                </a:rPr>
                <a:t>Coherent interconnect</a:t>
              </a:r>
            </a:p>
          </p:txBody>
        </p:sp>
        <p:cxnSp>
          <p:nvCxnSpPr>
            <p:cNvPr id="25" name="Conector angular 37">
              <a:extLst>
                <a:ext uri="{FF2B5EF4-FFF2-40B4-BE49-F238E27FC236}">
                  <a16:creationId xmlns:a16="http://schemas.microsoft.com/office/drawing/2014/main" id="{31276FC1-B18E-D747-9512-81A12E9F67DE}"/>
                </a:ext>
              </a:extLst>
            </p:cNvPr>
            <p:cNvCxnSpPr/>
            <p:nvPr/>
          </p:nvCxnSpPr>
          <p:spPr>
            <a:xfrm rot="16200000" flipV="1">
              <a:off x="2199082" y="3527819"/>
              <a:ext cx="461093" cy="263449"/>
            </a:xfrm>
            <a:prstGeom prst="bentConnector3">
              <a:avLst>
                <a:gd name="adj1" fmla="val 50000"/>
              </a:avLst>
            </a:prstGeom>
            <a:ln w="381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6" name="Conector angular 38">
              <a:extLst>
                <a:ext uri="{FF2B5EF4-FFF2-40B4-BE49-F238E27FC236}">
                  <a16:creationId xmlns:a16="http://schemas.microsoft.com/office/drawing/2014/main" id="{CAA8C96F-309E-3E44-95E4-9AB84EBB4827}"/>
                </a:ext>
              </a:extLst>
            </p:cNvPr>
            <p:cNvCxnSpPr>
              <a:endCxn id="61" idx="2"/>
            </p:cNvCxnSpPr>
            <p:nvPr/>
          </p:nvCxnSpPr>
          <p:spPr>
            <a:xfrm rot="5400000" flipH="1" flipV="1">
              <a:off x="5151244" y="3395919"/>
              <a:ext cx="772896" cy="215450"/>
            </a:xfrm>
            <a:prstGeom prst="bentConnector3">
              <a:avLst>
                <a:gd name="adj1" fmla="val 50000"/>
              </a:avLst>
            </a:prstGeom>
            <a:ln w="381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7" name="Conector angular 39">
              <a:extLst>
                <a:ext uri="{FF2B5EF4-FFF2-40B4-BE49-F238E27FC236}">
                  <a16:creationId xmlns:a16="http://schemas.microsoft.com/office/drawing/2014/main" id="{0CA36627-D68D-7A4C-BC85-DCF4FDE33B94}"/>
                </a:ext>
              </a:extLst>
            </p:cNvPr>
            <p:cNvCxnSpPr>
              <a:stCxn id="24" idx="0"/>
              <a:endCxn id="40" idx="2"/>
            </p:cNvCxnSpPr>
            <p:nvPr/>
          </p:nvCxnSpPr>
          <p:spPr>
            <a:xfrm rot="5400000" flipH="1" flipV="1">
              <a:off x="3661697" y="3659123"/>
              <a:ext cx="461094" cy="843"/>
            </a:xfrm>
            <a:prstGeom prst="bentConnector3">
              <a:avLst>
                <a:gd name="adj1" fmla="val 50000"/>
              </a:avLst>
            </a:prstGeom>
            <a:ln w="38100">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8" name="Rectángulo redondeado 40">
              <a:extLst>
                <a:ext uri="{FF2B5EF4-FFF2-40B4-BE49-F238E27FC236}">
                  <a16:creationId xmlns:a16="http://schemas.microsoft.com/office/drawing/2014/main" id="{1601BC94-21C5-804B-8085-9B910A82E746}"/>
                </a:ext>
              </a:extLst>
            </p:cNvPr>
            <p:cNvSpPr/>
            <p:nvPr/>
          </p:nvSpPr>
          <p:spPr>
            <a:xfrm>
              <a:off x="2014418" y="4111031"/>
              <a:ext cx="3764450" cy="268885"/>
            </a:xfrm>
            <a:prstGeom prst="roundRect">
              <a:avLst/>
            </a:prstGeom>
            <a:solidFill>
              <a:schemeClr val="accent2">
                <a:lumMod val="20000"/>
                <a:lumOff val="80000"/>
                <a:alpha val="50000"/>
              </a:schemeClr>
            </a:solidFill>
            <a:ln>
              <a:solidFill>
                <a:schemeClr val="tx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400" dirty="0">
                  <a:solidFill>
                    <a:schemeClr val="tx1"/>
                  </a:solidFill>
                </a:rPr>
                <a:t>LLC</a:t>
              </a:r>
            </a:p>
          </p:txBody>
        </p:sp>
        <p:sp>
          <p:nvSpPr>
            <p:cNvPr id="29" name="Rectángulo redondeado 41">
              <a:extLst>
                <a:ext uri="{FF2B5EF4-FFF2-40B4-BE49-F238E27FC236}">
                  <a16:creationId xmlns:a16="http://schemas.microsoft.com/office/drawing/2014/main" id="{57750A6C-51F7-104A-AF8D-104EC73E4B7F}"/>
                </a:ext>
              </a:extLst>
            </p:cNvPr>
            <p:cNvSpPr/>
            <p:nvPr/>
          </p:nvSpPr>
          <p:spPr>
            <a:xfrm>
              <a:off x="1208056" y="4688526"/>
              <a:ext cx="5377786" cy="268885"/>
            </a:xfrm>
            <a:prstGeom prst="roundRect">
              <a:avLst/>
            </a:prstGeom>
            <a:solidFill>
              <a:schemeClr val="accent2">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400" dirty="0">
                  <a:solidFill>
                    <a:schemeClr val="tx1"/>
                  </a:solidFill>
                </a:rPr>
                <a:t>DRAM controller</a:t>
              </a:r>
            </a:p>
          </p:txBody>
        </p:sp>
        <p:sp>
          <p:nvSpPr>
            <p:cNvPr id="30" name="Rectángulo redondeado 42">
              <a:extLst>
                <a:ext uri="{FF2B5EF4-FFF2-40B4-BE49-F238E27FC236}">
                  <a16:creationId xmlns:a16="http://schemas.microsoft.com/office/drawing/2014/main" id="{DCA10250-44ED-2A41-A538-E81AAC6C3B71}"/>
                </a:ext>
              </a:extLst>
            </p:cNvPr>
            <p:cNvSpPr/>
            <p:nvPr/>
          </p:nvSpPr>
          <p:spPr>
            <a:xfrm>
              <a:off x="1208056" y="5066088"/>
              <a:ext cx="1263779" cy="537778"/>
            </a:xfrm>
            <a:prstGeom prst="roundRect">
              <a:avLst/>
            </a:prstGeom>
            <a:solidFill>
              <a:schemeClr val="accent2">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400" dirty="0">
                  <a:solidFill>
                    <a:schemeClr val="tx1"/>
                  </a:solidFill>
                </a:rPr>
                <a:t>DRAM</a:t>
              </a:r>
            </a:p>
          </p:txBody>
        </p:sp>
        <p:sp>
          <p:nvSpPr>
            <p:cNvPr id="31" name="Rectángulo redondeado 43">
              <a:extLst>
                <a:ext uri="{FF2B5EF4-FFF2-40B4-BE49-F238E27FC236}">
                  <a16:creationId xmlns:a16="http://schemas.microsoft.com/office/drawing/2014/main" id="{048BE3A2-BBC8-4F4C-A6BD-46D029A39490}"/>
                </a:ext>
              </a:extLst>
            </p:cNvPr>
            <p:cNvSpPr/>
            <p:nvPr/>
          </p:nvSpPr>
          <p:spPr>
            <a:xfrm>
              <a:off x="2573472" y="5066088"/>
              <a:ext cx="1263779" cy="537778"/>
            </a:xfrm>
            <a:prstGeom prst="roundRect">
              <a:avLst/>
            </a:prstGeom>
            <a:solidFill>
              <a:schemeClr val="accent2">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400" dirty="0">
                  <a:solidFill>
                    <a:schemeClr val="tx1"/>
                  </a:solidFill>
                </a:rPr>
                <a:t>DRAM</a:t>
              </a:r>
            </a:p>
          </p:txBody>
        </p:sp>
        <p:sp>
          <p:nvSpPr>
            <p:cNvPr id="32" name="Rectángulo redondeado 44">
              <a:extLst>
                <a:ext uri="{FF2B5EF4-FFF2-40B4-BE49-F238E27FC236}">
                  <a16:creationId xmlns:a16="http://schemas.microsoft.com/office/drawing/2014/main" id="{617A2DFA-D51D-2F49-B1D7-9CCE98052827}"/>
                </a:ext>
              </a:extLst>
            </p:cNvPr>
            <p:cNvSpPr/>
            <p:nvPr/>
          </p:nvSpPr>
          <p:spPr>
            <a:xfrm>
              <a:off x="3946431" y="5066088"/>
              <a:ext cx="1263779" cy="537778"/>
            </a:xfrm>
            <a:prstGeom prst="roundRect">
              <a:avLst/>
            </a:prstGeom>
            <a:solidFill>
              <a:schemeClr val="accent2">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400" dirty="0">
                  <a:solidFill>
                    <a:schemeClr val="tx1"/>
                  </a:solidFill>
                </a:rPr>
                <a:t>DRAM</a:t>
              </a:r>
            </a:p>
          </p:txBody>
        </p:sp>
        <p:sp>
          <p:nvSpPr>
            <p:cNvPr id="33" name="Rectángulo redondeado 45">
              <a:extLst>
                <a:ext uri="{FF2B5EF4-FFF2-40B4-BE49-F238E27FC236}">
                  <a16:creationId xmlns:a16="http://schemas.microsoft.com/office/drawing/2014/main" id="{5063EB9C-53EE-1A49-A07B-AB867EC1E9FC}"/>
                </a:ext>
              </a:extLst>
            </p:cNvPr>
            <p:cNvSpPr/>
            <p:nvPr/>
          </p:nvSpPr>
          <p:spPr>
            <a:xfrm>
              <a:off x="5314698" y="5066088"/>
              <a:ext cx="1263779" cy="537778"/>
            </a:xfrm>
            <a:prstGeom prst="roundRect">
              <a:avLst/>
            </a:prstGeom>
            <a:solidFill>
              <a:schemeClr val="accent2">
                <a:lumMod val="60000"/>
                <a:lumOff val="4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400" dirty="0">
                  <a:solidFill>
                    <a:schemeClr val="tx1"/>
                  </a:solidFill>
                </a:rPr>
                <a:t>DRAM</a:t>
              </a:r>
            </a:p>
          </p:txBody>
        </p:sp>
        <p:cxnSp>
          <p:nvCxnSpPr>
            <p:cNvPr id="34" name="Conector angular 46">
              <a:extLst>
                <a:ext uri="{FF2B5EF4-FFF2-40B4-BE49-F238E27FC236}">
                  <a16:creationId xmlns:a16="http://schemas.microsoft.com/office/drawing/2014/main" id="{F4C16067-CF6A-E14F-96BC-4898250B159A}"/>
                </a:ext>
              </a:extLst>
            </p:cNvPr>
            <p:cNvCxnSpPr/>
            <p:nvPr/>
          </p:nvCxnSpPr>
          <p:spPr>
            <a:xfrm rot="16200000" flipV="1">
              <a:off x="1011291" y="3940202"/>
              <a:ext cx="1022409" cy="2"/>
            </a:xfrm>
            <a:prstGeom prst="bentConnector3">
              <a:avLst>
                <a:gd name="adj1" fmla="val 50000"/>
              </a:avLst>
            </a:prstGeom>
            <a:ln w="38100">
              <a:solidFill>
                <a:schemeClr val="tx1"/>
              </a:solidFill>
              <a:prstDash val="dash"/>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5" name="Conector angular 47">
              <a:extLst>
                <a:ext uri="{FF2B5EF4-FFF2-40B4-BE49-F238E27FC236}">
                  <a16:creationId xmlns:a16="http://schemas.microsoft.com/office/drawing/2014/main" id="{7E9EE09B-D5FC-1149-A679-7E5B1BE70242}"/>
                </a:ext>
              </a:extLst>
            </p:cNvPr>
            <p:cNvCxnSpPr>
              <a:endCxn id="60" idx="2"/>
            </p:cNvCxnSpPr>
            <p:nvPr/>
          </p:nvCxnSpPr>
          <p:spPr>
            <a:xfrm rot="16200000" flipV="1">
              <a:off x="5639565" y="3784301"/>
              <a:ext cx="1334212" cy="1"/>
            </a:xfrm>
            <a:prstGeom prst="bentConnector3">
              <a:avLst>
                <a:gd name="adj1" fmla="val 50000"/>
              </a:avLst>
            </a:prstGeom>
            <a:ln w="38100">
              <a:solidFill>
                <a:schemeClr val="tx1"/>
              </a:solidFill>
              <a:prstDash val="dash"/>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6" name="Rectángulo redondeado 48">
              <a:extLst>
                <a:ext uri="{FF2B5EF4-FFF2-40B4-BE49-F238E27FC236}">
                  <a16:creationId xmlns:a16="http://schemas.microsoft.com/office/drawing/2014/main" id="{6131D549-8987-A548-AFB7-BD2CE1F476FC}"/>
                </a:ext>
              </a:extLst>
            </p:cNvPr>
            <p:cNvSpPr/>
            <p:nvPr/>
          </p:nvSpPr>
          <p:spPr>
            <a:xfrm>
              <a:off x="1208056" y="4451409"/>
              <a:ext cx="5358227" cy="134438"/>
            </a:xfrm>
            <a:prstGeom prst="roundRect">
              <a:avLst/>
            </a:prstGeom>
            <a:solidFill>
              <a:schemeClr val="bg1">
                <a:lumMod val="65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000" dirty="0">
                  <a:solidFill>
                    <a:schemeClr val="tx1"/>
                  </a:solidFill>
                </a:rPr>
                <a:t>Crossbar</a:t>
              </a:r>
            </a:p>
          </p:txBody>
        </p:sp>
        <p:grpSp>
          <p:nvGrpSpPr>
            <p:cNvPr id="37" name="Agrupar 55">
              <a:extLst>
                <a:ext uri="{FF2B5EF4-FFF2-40B4-BE49-F238E27FC236}">
                  <a16:creationId xmlns:a16="http://schemas.microsoft.com/office/drawing/2014/main" id="{621A3311-4CAB-1E4B-A2F9-1C712F5E5EF1}"/>
                </a:ext>
              </a:extLst>
            </p:cNvPr>
            <p:cNvGrpSpPr/>
            <p:nvPr/>
          </p:nvGrpSpPr>
          <p:grpSpPr>
            <a:xfrm>
              <a:off x="6988513" y="5130968"/>
              <a:ext cx="1225757" cy="779886"/>
              <a:chOff x="71787" y="4277983"/>
              <a:chExt cx="1225757" cy="882544"/>
            </a:xfrm>
          </p:grpSpPr>
          <p:cxnSp>
            <p:nvCxnSpPr>
              <p:cNvPr id="54" name="Conector angular 49">
                <a:extLst>
                  <a:ext uri="{FF2B5EF4-FFF2-40B4-BE49-F238E27FC236}">
                    <a16:creationId xmlns:a16="http://schemas.microsoft.com/office/drawing/2014/main" id="{726C3E99-15CA-9646-9F2D-BA28EB8BC9DF}"/>
                  </a:ext>
                </a:extLst>
              </p:cNvPr>
              <p:cNvCxnSpPr/>
              <p:nvPr/>
            </p:nvCxnSpPr>
            <p:spPr>
              <a:xfrm rot="16200000" flipV="1">
                <a:off x="-51931" y="4498579"/>
                <a:ext cx="403334" cy="2"/>
              </a:xfrm>
              <a:prstGeom prst="bentConnector3">
                <a:avLst>
                  <a:gd name="adj1" fmla="val 50000"/>
                </a:avLst>
              </a:prstGeom>
              <a:ln w="28575">
                <a:solidFill>
                  <a:schemeClr val="tx1"/>
                </a:solidFill>
                <a:prstDash val="dash"/>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55" name="Conector angular 50">
                <a:extLst>
                  <a:ext uri="{FF2B5EF4-FFF2-40B4-BE49-F238E27FC236}">
                    <a16:creationId xmlns:a16="http://schemas.microsoft.com/office/drawing/2014/main" id="{01A7E226-B9DC-BE4B-BFAA-64EFD18DE3A2}"/>
                  </a:ext>
                </a:extLst>
              </p:cNvPr>
              <p:cNvCxnSpPr/>
              <p:nvPr/>
            </p:nvCxnSpPr>
            <p:spPr>
              <a:xfrm rot="5400000" flipH="1" flipV="1">
                <a:off x="-52448" y="4948027"/>
                <a:ext cx="403334" cy="843"/>
              </a:xfrm>
              <a:prstGeom prst="bentConnector3">
                <a:avLst>
                  <a:gd name="adj1" fmla="val 50000"/>
                </a:avLst>
              </a:prstGeom>
              <a:ln w="2857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56" name="CuadroTexto 51">
                <a:extLst>
                  <a:ext uri="{FF2B5EF4-FFF2-40B4-BE49-F238E27FC236}">
                    <a16:creationId xmlns:a16="http://schemas.microsoft.com/office/drawing/2014/main" id="{1A5DE056-E361-8849-8D8B-1787424C9AB6}"/>
                  </a:ext>
                </a:extLst>
              </p:cNvPr>
              <p:cNvSpPr txBox="1"/>
              <p:nvPr/>
            </p:nvSpPr>
            <p:spPr>
              <a:xfrm>
                <a:off x="170049" y="4831622"/>
                <a:ext cx="884602" cy="246221"/>
              </a:xfrm>
              <a:prstGeom prst="rect">
                <a:avLst/>
              </a:prstGeom>
              <a:noFill/>
            </p:spPr>
            <p:txBody>
              <a:bodyPr wrap="non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en-US" sz="1000" dirty="0"/>
                  <a:t>Coherent bus</a:t>
                </a:r>
              </a:p>
            </p:txBody>
          </p:sp>
          <p:sp>
            <p:nvSpPr>
              <p:cNvPr id="57" name="CuadroTexto 52">
                <a:extLst>
                  <a:ext uri="{FF2B5EF4-FFF2-40B4-BE49-F238E27FC236}">
                    <a16:creationId xmlns:a16="http://schemas.microsoft.com/office/drawing/2014/main" id="{92AE733C-3287-2C48-8A2A-1F2F3B4A4169}"/>
                  </a:ext>
                </a:extLst>
              </p:cNvPr>
              <p:cNvSpPr txBox="1"/>
              <p:nvPr/>
            </p:nvSpPr>
            <p:spPr>
              <a:xfrm>
                <a:off x="170049" y="4380642"/>
                <a:ext cx="1127495" cy="246221"/>
              </a:xfrm>
              <a:prstGeom prst="rect">
                <a:avLst/>
              </a:prstGeom>
              <a:noFill/>
            </p:spPr>
            <p:txBody>
              <a:bodyPr wrap="non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en-US" sz="1000" dirty="0"/>
                  <a:t>Non-coherent bus</a:t>
                </a:r>
              </a:p>
            </p:txBody>
          </p:sp>
          <p:sp>
            <p:nvSpPr>
              <p:cNvPr id="58" name="Rectángulo 53">
                <a:extLst>
                  <a:ext uri="{FF2B5EF4-FFF2-40B4-BE49-F238E27FC236}">
                    <a16:creationId xmlns:a16="http://schemas.microsoft.com/office/drawing/2014/main" id="{ED91F90B-124B-BA4E-A0AF-5AA09A21F8B1}"/>
                  </a:ext>
                </a:extLst>
              </p:cNvPr>
              <p:cNvSpPr/>
              <p:nvPr/>
            </p:nvSpPr>
            <p:spPr>
              <a:xfrm>
                <a:off x="71787" y="4277983"/>
                <a:ext cx="1225757" cy="882544"/>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a:p>
            </p:txBody>
          </p:sp>
        </p:grpSp>
        <p:grpSp>
          <p:nvGrpSpPr>
            <p:cNvPr id="38" name="Agrupar 57">
              <a:extLst>
                <a:ext uri="{FF2B5EF4-FFF2-40B4-BE49-F238E27FC236}">
                  <a16:creationId xmlns:a16="http://schemas.microsoft.com/office/drawing/2014/main" id="{839DFA12-0EE8-AB47-B268-63F9CF1A315D}"/>
                </a:ext>
              </a:extLst>
            </p:cNvPr>
            <p:cNvGrpSpPr/>
            <p:nvPr/>
          </p:nvGrpSpPr>
          <p:grpSpPr>
            <a:xfrm>
              <a:off x="2923189" y="2286961"/>
              <a:ext cx="1938955" cy="1142036"/>
              <a:chOff x="3700250" y="1741534"/>
              <a:chExt cx="1938955" cy="1142036"/>
            </a:xfrm>
          </p:grpSpPr>
          <p:sp>
            <p:nvSpPr>
              <p:cNvPr id="39" name="Rectángulo redondeado 29">
                <a:extLst>
                  <a:ext uri="{FF2B5EF4-FFF2-40B4-BE49-F238E27FC236}">
                    <a16:creationId xmlns:a16="http://schemas.microsoft.com/office/drawing/2014/main" id="{0B8E36EA-E83B-5947-94AE-B81A694A06B0}"/>
                  </a:ext>
                </a:extLst>
              </p:cNvPr>
              <p:cNvSpPr/>
              <p:nvPr/>
            </p:nvSpPr>
            <p:spPr>
              <a:xfrm>
                <a:off x="3700251" y="1741534"/>
                <a:ext cx="1938954" cy="828594"/>
              </a:xfrm>
              <a:prstGeom prst="roundRect">
                <a:avLst/>
              </a:prstGeom>
              <a:solidFill>
                <a:srgbClr val="EBF1DE"/>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endParaRPr lang="en-US" sz="1400" dirty="0">
                  <a:solidFill>
                    <a:schemeClr val="tx1"/>
                  </a:solidFill>
                </a:endParaRPr>
              </a:p>
            </p:txBody>
          </p:sp>
          <p:sp>
            <p:nvSpPr>
              <p:cNvPr id="40" name="Rectángulo redondeado 18">
                <a:extLst>
                  <a:ext uri="{FF2B5EF4-FFF2-40B4-BE49-F238E27FC236}">
                    <a16:creationId xmlns:a16="http://schemas.microsoft.com/office/drawing/2014/main" id="{78395877-3FCB-F24D-B644-9D5CA8D9C858}"/>
                  </a:ext>
                </a:extLst>
              </p:cNvPr>
              <p:cNvSpPr/>
              <p:nvPr/>
            </p:nvSpPr>
            <p:spPr>
              <a:xfrm>
                <a:off x="3700250" y="2614685"/>
                <a:ext cx="1938955" cy="268885"/>
              </a:xfrm>
              <a:prstGeom prst="roundRect">
                <a:avLst/>
              </a:prstGeom>
              <a:solidFill>
                <a:schemeClr val="accent2">
                  <a:lumMod val="40000"/>
                  <a:lumOff val="60000"/>
                </a:schemeClr>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200" dirty="0">
                    <a:solidFill>
                      <a:schemeClr val="tx1"/>
                    </a:solidFill>
                  </a:rPr>
                  <a:t>L2</a:t>
                </a:r>
              </a:p>
            </p:txBody>
          </p:sp>
          <p:sp>
            <p:nvSpPr>
              <p:cNvPr id="41" name="Rectángulo redondeado 19">
                <a:extLst>
                  <a:ext uri="{FF2B5EF4-FFF2-40B4-BE49-F238E27FC236}">
                    <a16:creationId xmlns:a16="http://schemas.microsoft.com/office/drawing/2014/main" id="{A1E53042-8482-934F-BC42-6705A04E9DF0}"/>
                  </a:ext>
                </a:extLst>
              </p:cNvPr>
              <p:cNvSpPr/>
              <p:nvPr/>
            </p:nvSpPr>
            <p:spPr>
              <a:xfrm>
                <a:off x="3801606" y="1815766"/>
                <a:ext cx="254227" cy="456006"/>
              </a:xfrm>
              <a:prstGeom prst="roundRect">
                <a:avLst/>
              </a:prstGeom>
              <a:solidFill>
                <a:schemeClr val="accent3">
                  <a:lumMod val="40000"/>
                  <a:lumOff val="6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000" dirty="0">
                    <a:solidFill>
                      <a:schemeClr val="bg1">
                        <a:lumMod val="65000"/>
                      </a:schemeClr>
                    </a:solidFill>
                  </a:rPr>
                  <a:t>CU</a:t>
                </a:r>
              </a:p>
            </p:txBody>
          </p:sp>
          <p:sp>
            <p:nvSpPr>
              <p:cNvPr id="42" name="Rectángulo redondeado 20">
                <a:extLst>
                  <a:ext uri="{FF2B5EF4-FFF2-40B4-BE49-F238E27FC236}">
                    <a16:creationId xmlns:a16="http://schemas.microsoft.com/office/drawing/2014/main" id="{764B91F1-D30B-FD49-B7DF-71CED159782A}"/>
                  </a:ext>
                </a:extLst>
              </p:cNvPr>
              <p:cNvSpPr/>
              <p:nvPr/>
            </p:nvSpPr>
            <p:spPr>
              <a:xfrm>
                <a:off x="3807831" y="2307491"/>
                <a:ext cx="254227" cy="192884"/>
              </a:xfrm>
              <a:prstGeom prst="roundRect">
                <a:avLst/>
              </a:prstGeom>
              <a:solidFill>
                <a:schemeClr val="accent2">
                  <a:lumMod val="20000"/>
                  <a:lumOff val="8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000" dirty="0">
                    <a:solidFill>
                      <a:schemeClr val="bg1">
                        <a:lumMod val="65000"/>
                      </a:schemeClr>
                    </a:solidFill>
                  </a:rPr>
                  <a:t>L1</a:t>
                </a:r>
              </a:p>
            </p:txBody>
          </p:sp>
          <p:sp>
            <p:nvSpPr>
              <p:cNvPr id="43" name="Rectángulo redondeado 21">
                <a:extLst>
                  <a:ext uri="{FF2B5EF4-FFF2-40B4-BE49-F238E27FC236}">
                    <a16:creationId xmlns:a16="http://schemas.microsoft.com/office/drawing/2014/main" id="{2AD4E2EB-931C-BC47-A5C0-BAA7432FDC47}"/>
                  </a:ext>
                </a:extLst>
              </p:cNvPr>
              <p:cNvSpPr/>
              <p:nvPr/>
            </p:nvSpPr>
            <p:spPr>
              <a:xfrm>
                <a:off x="4097651" y="1815766"/>
                <a:ext cx="254227" cy="456006"/>
              </a:xfrm>
              <a:prstGeom prst="roundRect">
                <a:avLst/>
              </a:prstGeom>
              <a:solidFill>
                <a:schemeClr val="accent3">
                  <a:lumMod val="40000"/>
                  <a:lumOff val="6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000" dirty="0">
                    <a:solidFill>
                      <a:schemeClr val="bg1">
                        <a:lumMod val="65000"/>
                      </a:schemeClr>
                    </a:solidFill>
                  </a:rPr>
                  <a:t>CU</a:t>
                </a:r>
              </a:p>
            </p:txBody>
          </p:sp>
          <p:sp>
            <p:nvSpPr>
              <p:cNvPr id="44" name="Rectángulo redondeado 22">
                <a:extLst>
                  <a:ext uri="{FF2B5EF4-FFF2-40B4-BE49-F238E27FC236}">
                    <a16:creationId xmlns:a16="http://schemas.microsoft.com/office/drawing/2014/main" id="{FA53CA03-EEBE-F246-95F1-6D84ADD79863}"/>
                  </a:ext>
                </a:extLst>
              </p:cNvPr>
              <p:cNvSpPr/>
              <p:nvPr/>
            </p:nvSpPr>
            <p:spPr>
              <a:xfrm>
                <a:off x="4103876" y="2307491"/>
                <a:ext cx="254227" cy="192884"/>
              </a:xfrm>
              <a:prstGeom prst="roundRect">
                <a:avLst/>
              </a:prstGeom>
              <a:solidFill>
                <a:schemeClr val="accent2">
                  <a:lumMod val="20000"/>
                  <a:lumOff val="8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000" dirty="0">
                    <a:solidFill>
                      <a:schemeClr val="bg1">
                        <a:lumMod val="65000"/>
                      </a:schemeClr>
                    </a:solidFill>
                  </a:rPr>
                  <a:t>L1</a:t>
                </a:r>
              </a:p>
            </p:txBody>
          </p:sp>
          <p:sp>
            <p:nvSpPr>
              <p:cNvPr id="45" name="Rectángulo redondeado 23">
                <a:extLst>
                  <a:ext uri="{FF2B5EF4-FFF2-40B4-BE49-F238E27FC236}">
                    <a16:creationId xmlns:a16="http://schemas.microsoft.com/office/drawing/2014/main" id="{EB7A5EE1-5732-2342-9736-5158E26AA020}"/>
                  </a:ext>
                </a:extLst>
              </p:cNvPr>
              <p:cNvSpPr/>
              <p:nvPr/>
            </p:nvSpPr>
            <p:spPr>
              <a:xfrm>
                <a:off x="4399920" y="1815766"/>
                <a:ext cx="254227" cy="456006"/>
              </a:xfrm>
              <a:prstGeom prst="roundRect">
                <a:avLst/>
              </a:prstGeom>
              <a:solidFill>
                <a:schemeClr val="accent3">
                  <a:lumMod val="40000"/>
                  <a:lumOff val="6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000" dirty="0">
                    <a:solidFill>
                      <a:schemeClr val="bg1">
                        <a:lumMod val="65000"/>
                      </a:schemeClr>
                    </a:solidFill>
                  </a:rPr>
                  <a:t>CU</a:t>
                </a:r>
              </a:p>
            </p:txBody>
          </p:sp>
          <p:sp>
            <p:nvSpPr>
              <p:cNvPr id="46" name="Rectángulo redondeado 24">
                <a:extLst>
                  <a:ext uri="{FF2B5EF4-FFF2-40B4-BE49-F238E27FC236}">
                    <a16:creationId xmlns:a16="http://schemas.microsoft.com/office/drawing/2014/main" id="{3ED87111-0C10-8F41-9C35-67A49FB30760}"/>
                  </a:ext>
                </a:extLst>
              </p:cNvPr>
              <p:cNvSpPr/>
              <p:nvPr/>
            </p:nvSpPr>
            <p:spPr>
              <a:xfrm>
                <a:off x="4406145" y="2307491"/>
                <a:ext cx="254227" cy="192884"/>
              </a:xfrm>
              <a:prstGeom prst="roundRect">
                <a:avLst/>
              </a:prstGeom>
              <a:solidFill>
                <a:schemeClr val="accent2">
                  <a:lumMod val="20000"/>
                  <a:lumOff val="8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000" dirty="0">
                    <a:solidFill>
                      <a:schemeClr val="bg1">
                        <a:lumMod val="65000"/>
                      </a:schemeClr>
                    </a:solidFill>
                  </a:rPr>
                  <a:t>L1</a:t>
                </a:r>
              </a:p>
            </p:txBody>
          </p:sp>
          <p:sp>
            <p:nvSpPr>
              <p:cNvPr id="47" name="Rectángulo redondeado 25">
                <a:extLst>
                  <a:ext uri="{FF2B5EF4-FFF2-40B4-BE49-F238E27FC236}">
                    <a16:creationId xmlns:a16="http://schemas.microsoft.com/office/drawing/2014/main" id="{E8E3D1DA-242A-3A49-8DB6-50B1671FAC7E}"/>
                  </a:ext>
                </a:extLst>
              </p:cNvPr>
              <p:cNvSpPr/>
              <p:nvPr/>
            </p:nvSpPr>
            <p:spPr>
              <a:xfrm>
                <a:off x="5005313" y="1815766"/>
                <a:ext cx="254227" cy="456006"/>
              </a:xfrm>
              <a:prstGeom prst="roundRect">
                <a:avLst/>
              </a:prstGeom>
              <a:solidFill>
                <a:schemeClr val="accent3">
                  <a:lumMod val="40000"/>
                  <a:lumOff val="6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000" dirty="0">
                    <a:solidFill>
                      <a:schemeClr val="bg1">
                        <a:lumMod val="65000"/>
                      </a:schemeClr>
                    </a:solidFill>
                  </a:rPr>
                  <a:t>CU</a:t>
                </a:r>
              </a:p>
            </p:txBody>
          </p:sp>
          <p:sp>
            <p:nvSpPr>
              <p:cNvPr id="48" name="Rectángulo redondeado 26">
                <a:extLst>
                  <a:ext uri="{FF2B5EF4-FFF2-40B4-BE49-F238E27FC236}">
                    <a16:creationId xmlns:a16="http://schemas.microsoft.com/office/drawing/2014/main" id="{2DF633B8-FFB9-5045-B094-5BF7275D904F}"/>
                  </a:ext>
                </a:extLst>
              </p:cNvPr>
              <p:cNvSpPr/>
              <p:nvPr/>
            </p:nvSpPr>
            <p:spPr>
              <a:xfrm>
                <a:off x="5011538" y="2307491"/>
                <a:ext cx="254227" cy="192884"/>
              </a:xfrm>
              <a:prstGeom prst="roundRect">
                <a:avLst/>
              </a:prstGeom>
              <a:solidFill>
                <a:schemeClr val="accent2">
                  <a:lumMod val="20000"/>
                  <a:lumOff val="8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000" dirty="0">
                    <a:solidFill>
                      <a:schemeClr val="bg1">
                        <a:lumMod val="65000"/>
                      </a:schemeClr>
                    </a:solidFill>
                  </a:rPr>
                  <a:t>L1</a:t>
                </a:r>
              </a:p>
            </p:txBody>
          </p:sp>
          <p:sp>
            <p:nvSpPr>
              <p:cNvPr id="49" name="Rectángulo redondeado 27">
                <a:extLst>
                  <a:ext uri="{FF2B5EF4-FFF2-40B4-BE49-F238E27FC236}">
                    <a16:creationId xmlns:a16="http://schemas.microsoft.com/office/drawing/2014/main" id="{BA85BCE3-5900-4C43-BF69-A4D27BC381D9}"/>
                  </a:ext>
                </a:extLst>
              </p:cNvPr>
              <p:cNvSpPr/>
              <p:nvPr/>
            </p:nvSpPr>
            <p:spPr>
              <a:xfrm>
                <a:off x="5314661" y="1815766"/>
                <a:ext cx="254227" cy="456006"/>
              </a:xfrm>
              <a:prstGeom prst="roundRect">
                <a:avLst/>
              </a:prstGeom>
              <a:solidFill>
                <a:schemeClr val="accent3">
                  <a:lumMod val="40000"/>
                  <a:lumOff val="6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000" dirty="0">
                    <a:solidFill>
                      <a:schemeClr val="bg1">
                        <a:lumMod val="65000"/>
                      </a:schemeClr>
                    </a:solidFill>
                  </a:rPr>
                  <a:t>CU</a:t>
                </a:r>
              </a:p>
            </p:txBody>
          </p:sp>
          <p:sp>
            <p:nvSpPr>
              <p:cNvPr id="50" name="Rectángulo redondeado 28">
                <a:extLst>
                  <a:ext uri="{FF2B5EF4-FFF2-40B4-BE49-F238E27FC236}">
                    <a16:creationId xmlns:a16="http://schemas.microsoft.com/office/drawing/2014/main" id="{DE8E993B-4C97-184A-A335-FAEF9C06E3C8}"/>
                  </a:ext>
                </a:extLst>
              </p:cNvPr>
              <p:cNvSpPr/>
              <p:nvPr/>
            </p:nvSpPr>
            <p:spPr>
              <a:xfrm>
                <a:off x="5320886" y="2307491"/>
                <a:ext cx="254227" cy="192884"/>
              </a:xfrm>
              <a:prstGeom prst="roundRect">
                <a:avLst/>
              </a:prstGeom>
              <a:solidFill>
                <a:schemeClr val="accent2">
                  <a:lumMod val="20000"/>
                  <a:lumOff val="80000"/>
                </a:schemeClr>
              </a:solidFill>
              <a:ln>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lIns="36000" rIns="36000" rtlCol="0" anchor="ctr"/>
              <a:lstStyle>
                <a:defPPr>
                  <a:defRPr lang="en-US"/>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r>
                  <a:rPr lang="en-US" sz="1000" dirty="0">
                    <a:solidFill>
                      <a:schemeClr val="bg1">
                        <a:lumMod val="65000"/>
                      </a:schemeClr>
                    </a:solidFill>
                  </a:rPr>
                  <a:t>L1</a:t>
                </a:r>
              </a:p>
            </p:txBody>
          </p:sp>
          <p:sp>
            <p:nvSpPr>
              <p:cNvPr id="51" name="CuadroTexto 30">
                <a:extLst>
                  <a:ext uri="{FF2B5EF4-FFF2-40B4-BE49-F238E27FC236}">
                    <a16:creationId xmlns:a16="http://schemas.microsoft.com/office/drawing/2014/main" id="{B07119EA-9818-3446-B9F5-FB68C1DA6E77}"/>
                  </a:ext>
                </a:extLst>
              </p:cNvPr>
              <p:cNvSpPr txBox="1"/>
              <p:nvPr/>
            </p:nvSpPr>
            <p:spPr>
              <a:xfrm>
                <a:off x="4695935" y="1815766"/>
                <a:ext cx="256968" cy="275859"/>
              </a:xfrm>
              <a:prstGeom prst="rect">
                <a:avLst/>
              </a:prstGeom>
              <a:noFill/>
            </p:spPr>
            <p:txBody>
              <a:bodyPr wrap="non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is-IS" dirty="0">
                    <a:solidFill>
                      <a:srgbClr val="A6A6A6"/>
                    </a:solidFill>
                  </a:rPr>
                  <a:t>…</a:t>
                </a:r>
                <a:endParaRPr lang="en-US" dirty="0">
                  <a:solidFill>
                    <a:srgbClr val="A6A6A6"/>
                  </a:solidFill>
                </a:endParaRPr>
              </a:p>
            </p:txBody>
          </p:sp>
          <p:sp>
            <p:nvSpPr>
              <p:cNvPr id="52" name="CuadroTexto 31">
                <a:extLst>
                  <a:ext uri="{FF2B5EF4-FFF2-40B4-BE49-F238E27FC236}">
                    <a16:creationId xmlns:a16="http://schemas.microsoft.com/office/drawing/2014/main" id="{35BF073A-DA0A-144B-9C1B-2049F3E60955}"/>
                  </a:ext>
                </a:extLst>
              </p:cNvPr>
              <p:cNvSpPr txBox="1"/>
              <p:nvPr/>
            </p:nvSpPr>
            <p:spPr>
              <a:xfrm>
                <a:off x="4692416" y="2213217"/>
                <a:ext cx="256968" cy="275859"/>
              </a:xfrm>
              <a:prstGeom prst="rect">
                <a:avLst/>
              </a:prstGeom>
              <a:noFill/>
            </p:spPr>
            <p:txBody>
              <a:bodyPr wrap="non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is-IS" dirty="0">
                    <a:solidFill>
                      <a:srgbClr val="A6A6A6"/>
                    </a:solidFill>
                  </a:rPr>
                  <a:t>…</a:t>
                </a:r>
                <a:endParaRPr lang="en-US" dirty="0">
                  <a:solidFill>
                    <a:srgbClr val="A6A6A6"/>
                  </a:solidFill>
                </a:endParaRPr>
              </a:p>
            </p:txBody>
          </p:sp>
          <p:sp>
            <p:nvSpPr>
              <p:cNvPr id="53" name="CuadroTexto 56">
                <a:extLst>
                  <a:ext uri="{FF2B5EF4-FFF2-40B4-BE49-F238E27FC236}">
                    <a16:creationId xmlns:a16="http://schemas.microsoft.com/office/drawing/2014/main" id="{89AA78F5-5FE5-C24B-88FB-76C96EB887F6}"/>
                  </a:ext>
                </a:extLst>
              </p:cNvPr>
              <p:cNvSpPr txBox="1"/>
              <p:nvPr/>
            </p:nvSpPr>
            <p:spPr>
              <a:xfrm>
                <a:off x="4429326" y="2001116"/>
                <a:ext cx="505868" cy="307777"/>
              </a:xfrm>
              <a:prstGeom prst="rect">
                <a:avLst/>
              </a:prstGeom>
              <a:noFill/>
            </p:spPr>
            <p:txBody>
              <a:bodyPr wrap="none" rtlCol="0">
                <a:spAutoFit/>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a:lstStyle>
              <a:p>
                <a:r>
                  <a:rPr lang="en-US" sz="1400" dirty="0"/>
                  <a:t>GPU</a:t>
                </a:r>
              </a:p>
            </p:txBody>
          </p:sp>
        </p:grpSp>
      </p:grpSp>
      <p:pic>
        <p:nvPicPr>
          <p:cNvPr id="11" name="그림 10">
            <a:extLst>
              <a:ext uri="{FF2B5EF4-FFF2-40B4-BE49-F238E27FC236}">
                <a16:creationId xmlns:a16="http://schemas.microsoft.com/office/drawing/2014/main" id="{17C39856-C4B3-4680-9CD6-8739A52BB95C}"/>
              </a:ext>
            </a:extLst>
          </p:cNvPr>
          <p:cNvPicPr>
            <a:picLocks noChangeAspect="1"/>
          </p:cNvPicPr>
          <p:nvPr/>
        </p:nvPicPr>
        <p:blipFill>
          <a:blip r:embed="rId2"/>
          <a:stretch>
            <a:fillRect/>
          </a:stretch>
        </p:blipFill>
        <p:spPr>
          <a:xfrm>
            <a:off x="147166" y="2043983"/>
            <a:ext cx="4308946" cy="2903586"/>
          </a:xfrm>
          <a:prstGeom prst="rect">
            <a:avLst/>
          </a:prstGeom>
        </p:spPr>
      </p:pic>
      <p:sp>
        <p:nvSpPr>
          <p:cNvPr id="4" name="TextBox 3">
            <a:extLst>
              <a:ext uri="{FF2B5EF4-FFF2-40B4-BE49-F238E27FC236}">
                <a16:creationId xmlns:a16="http://schemas.microsoft.com/office/drawing/2014/main" id="{2E7B4B07-4A3C-4568-99AD-6BAA2109D45E}"/>
              </a:ext>
            </a:extLst>
          </p:cNvPr>
          <p:cNvSpPr txBox="1"/>
          <p:nvPr/>
        </p:nvSpPr>
        <p:spPr>
          <a:xfrm>
            <a:off x="5624175" y="1802213"/>
            <a:ext cx="5483662" cy="523220"/>
          </a:xfrm>
          <a:prstGeom prst="rect">
            <a:avLst/>
          </a:prstGeom>
          <a:noFill/>
        </p:spPr>
        <p:txBody>
          <a:bodyPr wrap="square" rtlCol="0">
            <a:spAutoFit/>
          </a:bodyPr>
          <a:lstStyle/>
          <a:p>
            <a:r>
              <a:rPr kumimoji="0" lang="en-US" altLang="ko-KR" sz="2800" b="1" i="0" u="none" strike="noStrike" kern="1200" cap="none" spc="0" normalizeH="0" baseline="0" noProof="0" dirty="0">
                <a:ln>
                  <a:noFill/>
                </a:ln>
                <a:solidFill>
                  <a:prstClr val="black">
                    <a:lumMod val="85000"/>
                    <a:lumOff val="15000"/>
                  </a:prstClr>
                </a:solidFill>
                <a:effectLst/>
                <a:uLnTx/>
                <a:uFillTx/>
                <a:latin typeface="Noto Sans" panose="020B0502040504020204" pitchFamily="34"/>
                <a:ea typeface="Noto Sans CJK KR Medium" panose="020B0600000000000000" pitchFamily="34" charset="-127"/>
                <a:cs typeface="Noto Sans" panose="020B0502040504020204" pitchFamily="34"/>
              </a:rPr>
              <a:t>Multi-core CPU + GPU + FPGA</a:t>
            </a:r>
            <a:endParaRPr lang="ko-KR" altLang="en-US" dirty="0"/>
          </a:p>
        </p:txBody>
      </p:sp>
      <p:sp>
        <p:nvSpPr>
          <p:cNvPr id="6" name="TextBox 5">
            <a:extLst>
              <a:ext uri="{FF2B5EF4-FFF2-40B4-BE49-F238E27FC236}">
                <a16:creationId xmlns:a16="http://schemas.microsoft.com/office/drawing/2014/main" id="{04299F04-4B9D-4EEC-99D1-CA04875B8B6E}"/>
              </a:ext>
            </a:extLst>
          </p:cNvPr>
          <p:cNvSpPr txBox="1"/>
          <p:nvPr/>
        </p:nvSpPr>
        <p:spPr>
          <a:xfrm>
            <a:off x="4244340" y="1295408"/>
            <a:ext cx="6240412" cy="369332"/>
          </a:xfrm>
          <a:prstGeom prst="rect">
            <a:avLst/>
          </a:prstGeom>
          <a:noFill/>
        </p:spPr>
        <p:txBody>
          <a:bodyPr wrap="square" rtlCol="0">
            <a:spAutoFit/>
          </a:bodyPr>
          <a:lstStyle/>
          <a:p>
            <a:r>
              <a:rPr lang="en-US" altLang="ko-KR" b="1" i="1" dirty="0">
                <a:solidFill>
                  <a:srgbClr val="C00000"/>
                </a:solidFill>
              </a:rPr>
              <a:t>Massive data parallelism</a:t>
            </a:r>
            <a:r>
              <a:rPr lang="ko-KR" altLang="en-US" b="1" i="1" dirty="0">
                <a:solidFill>
                  <a:srgbClr val="C00000"/>
                </a:solidFill>
              </a:rPr>
              <a:t>은 </a:t>
            </a:r>
            <a:r>
              <a:rPr lang="en-US" altLang="ko-KR" b="1" i="1" dirty="0">
                <a:solidFill>
                  <a:srgbClr val="C00000"/>
                </a:solidFill>
              </a:rPr>
              <a:t>GPU</a:t>
            </a:r>
            <a:r>
              <a:rPr lang="ko-KR" altLang="en-US" b="1" i="1" dirty="0">
                <a:solidFill>
                  <a:srgbClr val="C00000"/>
                </a:solidFill>
              </a:rPr>
              <a:t>가 담당 </a:t>
            </a:r>
            <a:r>
              <a:rPr lang="en-US" altLang="ko-KR" b="1" i="1" dirty="0">
                <a:solidFill>
                  <a:srgbClr val="C00000"/>
                </a:solidFill>
              </a:rPr>
              <a:t>(</a:t>
            </a:r>
            <a:r>
              <a:rPr lang="ko-KR" altLang="en-US" b="1" i="1" dirty="0">
                <a:solidFill>
                  <a:srgbClr val="C00000"/>
                </a:solidFill>
              </a:rPr>
              <a:t>특히 </a:t>
            </a:r>
            <a:r>
              <a:rPr lang="ko-KR" altLang="en-US" b="1" i="1" dirty="0" err="1">
                <a:solidFill>
                  <a:srgbClr val="C00000"/>
                </a:solidFill>
              </a:rPr>
              <a:t>행렬곱</a:t>
            </a:r>
            <a:r>
              <a:rPr lang="en-US" altLang="ko-KR" b="1" i="1" dirty="0">
                <a:solidFill>
                  <a:srgbClr val="C00000"/>
                </a:solidFill>
              </a:rPr>
              <a:t>)</a:t>
            </a:r>
            <a:endParaRPr lang="ko-KR" altLang="en-US" b="1" i="1" dirty="0">
              <a:solidFill>
                <a:srgbClr val="C00000"/>
              </a:solidFill>
            </a:endParaRPr>
          </a:p>
        </p:txBody>
      </p:sp>
    </p:spTree>
    <p:extLst>
      <p:ext uri="{BB962C8B-B14F-4D97-AF65-F5344CB8AC3E}">
        <p14:creationId xmlns:p14="http://schemas.microsoft.com/office/powerpoint/2010/main" val="2130892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3ACCCD88-274E-494F-8E57-D5C8C9EBBDD0}"/>
              </a:ext>
            </a:extLst>
          </p:cNvPr>
          <p:cNvPicPr>
            <a:picLocks noChangeAspect="1"/>
          </p:cNvPicPr>
          <p:nvPr/>
        </p:nvPicPr>
        <p:blipFill>
          <a:blip r:embed="rId2"/>
          <a:stretch>
            <a:fillRect/>
          </a:stretch>
        </p:blipFill>
        <p:spPr>
          <a:xfrm>
            <a:off x="2314044" y="1602588"/>
            <a:ext cx="9580775" cy="4702672"/>
          </a:xfrm>
          <a:prstGeom prst="rect">
            <a:avLst/>
          </a:prstGeom>
        </p:spPr>
      </p:pic>
      <p:sp>
        <p:nvSpPr>
          <p:cNvPr id="2" name="내용 개체 틀 1">
            <a:extLst>
              <a:ext uri="{FF2B5EF4-FFF2-40B4-BE49-F238E27FC236}">
                <a16:creationId xmlns:a16="http://schemas.microsoft.com/office/drawing/2014/main" id="{0EEECE94-9B5B-4A3E-93FB-EDD70E487609}"/>
              </a:ext>
            </a:extLst>
          </p:cNvPr>
          <p:cNvSpPr>
            <a:spLocks noGrp="1"/>
          </p:cNvSpPr>
          <p:nvPr>
            <p:ph idx="1"/>
          </p:nvPr>
        </p:nvSpPr>
        <p:spPr>
          <a:xfrm>
            <a:off x="838200" y="1295407"/>
            <a:ext cx="10515600" cy="614363"/>
          </a:xfrm>
        </p:spPr>
        <p:txBody>
          <a:bodyPr/>
          <a:lstStyle/>
          <a:p>
            <a:r>
              <a:rPr lang="en-US" altLang="ko-KR" dirty="0"/>
              <a:t>Data</a:t>
            </a:r>
            <a:r>
              <a:rPr lang="ko-KR" altLang="en-US" dirty="0"/>
              <a:t> </a:t>
            </a:r>
            <a:r>
              <a:rPr lang="en-US" altLang="ko-KR" dirty="0"/>
              <a:t>from/to GPU</a:t>
            </a:r>
            <a:endParaRPr lang="ko-KR" altLang="en-US" dirty="0"/>
          </a:p>
        </p:txBody>
      </p:sp>
      <p:sp>
        <p:nvSpPr>
          <p:cNvPr id="3" name="슬라이드 번호 개체 틀 2">
            <a:extLst>
              <a:ext uri="{FF2B5EF4-FFF2-40B4-BE49-F238E27FC236}">
                <a16:creationId xmlns:a16="http://schemas.microsoft.com/office/drawing/2014/main" id="{99942059-1966-4709-9E19-48819DF81BF3}"/>
              </a:ext>
            </a:extLst>
          </p:cNvPr>
          <p:cNvSpPr>
            <a:spLocks noGrp="1"/>
          </p:cNvSpPr>
          <p:nvPr>
            <p:ph type="sldNum" sz="quarter" idx="12"/>
          </p:nvPr>
        </p:nvSpPr>
        <p:spPr/>
        <p:txBody>
          <a:bodyPr/>
          <a:lstStyle/>
          <a:p>
            <a:fld id="{60713B85-413F-4AF8-87EF-6B2EC5D22D3F}" type="slidenum">
              <a:rPr lang="ko-KR" altLang="en-US" smtClean="0"/>
              <a:pPr/>
              <a:t>14</a:t>
            </a:fld>
            <a:endParaRPr lang="ko-KR" altLang="en-US" dirty="0"/>
          </a:p>
        </p:txBody>
      </p:sp>
      <p:sp>
        <p:nvSpPr>
          <p:cNvPr id="4" name="제목 3">
            <a:extLst>
              <a:ext uri="{FF2B5EF4-FFF2-40B4-BE49-F238E27FC236}">
                <a16:creationId xmlns:a16="http://schemas.microsoft.com/office/drawing/2014/main" id="{64C401AF-DDFB-41DD-BCC7-4B852E12A8E9}"/>
              </a:ext>
            </a:extLst>
          </p:cNvPr>
          <p:cNvSpPr>
            <a:spLocks noGrp="1"/>
          </p:cNvSpPr>
          <p:nvPr>
            <p:ph type="title"/>
          </p:nvPr>
        </p:nvSpPr>
        <p:spPr/>
        <p:txBody>
          <a:bodyPr/>
          <a:lstStyle/>
          <a:p>
            <a:r>
              <a:rPr lang="en-US" altLang="ko-KR" dirty="0"/>
              <a:t>Memory Wall Problem</a:t>
            </a:r>
            <a:endParaRPr lang="ko-KR" altLang="en-US" dirty="0"/>
          </a:p>
        </p:txBody>
      </p:sp>
    </p:spTree>
    <p:extLst>
      <p:ext uri="{BB962C8B-B14F-4D97-AF65-F5344CB8AC3E}">
        <p14:creationId xmlns:p14="http://schemas.microsoft.com/office/powerpoint/2010/main" val="1131882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latin typeface="+mn-lt"/>
              </a:rPr>
              <a:t>Unified Memory (Apple mac mini)</a:t>
            </a:r>
            <a:endParaRPr lang="ko-KR" altLang="en-US" dirty="0">
              <a:latin typeface="+mn-lt"/>
            </a:endParaRPr>
          </a:p>
        </p:txBody>
      </p:sp>
      <p:sp>
        <p:nvSpPr>
          <p:cNvPr id="5" name="슬라이드 번호 개체 틀 4"/>
          <p:cNvSpPr>
            <a:spLocks noGrp="1"/>
          </p:cNvSpPr>
          <p:nvPr>
            <p:ph type="sldNum" sz="quarter" idx="12"/>
          </p:nvPr>
        </p:nvSpPr>
        <p:spPr/>
        <p:txBody>
          <a:bodyPr/>
          <a:lstStyle/>
          <a:p>
            <a:fld id="{60713B85-413F-4AF8-87EF-6B2EC5D22D3F}" type="slidenum">
              <a:rPr lang="ko-KR" altLang="en-US" smtClean="0"/>
              <a:t>15</a:t>
            </a:fld>
            <a:endParaRPr lang="ko-KR" altLang="en-US"/>
          </a:p>
        </p:txBody>
      </p:sp>
      <p:pic>
        <p:nvPicPr>
          <p:cNvPr id="4" name="그림 3">
            <a:extLst>
              <a:ext uri="{FF2B5EF4-FFF2-40B4-BE49-F238E27FC236}">
                <a16:creationId xmlns:a16="http://schemas.microsoft.com/office/drawing/2014/main" id="{7B7DB25E-1CD0-47EC-B66C-81B874F7F016}"/>
              </a:ext>
            </a:extLst>
          </p:cNvPr>
          <p:cNvPicPr>
            <a:picLocks noChangeAspect="1"/>
          </p:cNvPicPr>
          <p:nvPr/>
        </p:nvPicPr>
        <p:blipFill>
          <a:blip r:embed="rId2"/>
          <a:stretch>
            <a:fillRect/>
          </a:stretch>
        </p:blipFill>
        <p:spPr>
          <a:xfrm>
            <a:off x="880533" y="1150332"/>
            <a:ext cx="9787467" cy="5181236"/>
          </a:xfrm>
          <a:prstGeom prst="rect">
            <a:avLst/>
          </a:prstGeom>
        </p:spPr>
      </p:pic>
    </p:spTree>
    <p:extLst>
      <p:ext uri="{BB962C8B-B14F-4D97-AF65-F5344CB8AC3E}">
        <p14:creationId xmlns:p14="http://schemas.microsoft.com/office/powerpoint/2010/main" val="3627688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latin typeface="+mn-lt"/>
              </a:rPr>
              <a:t>Unified Memory (NVDIA GB10)</a:t>
            </a:r>
            <a:endParaRPr lang="ko-KR" altLang="en-US" dirty="0">
              <a:latin typeface="+mn-lt"/>
            </a:endParaRPr>
          </a:p>
        </p:txBody>
      </p:sp>
      <p:sp>
        <p:nvSpPr>
          <p:cNvPr id="5" name="슬라이드 번호 개체 틀 4"/>
          <p:cNvSpPr>
            <a:spLocks noGrp="1"/>
          </p:cNvSpPr>
          <p:nvPr>
            <p:ph type="sldNum" sz="quarter" idx="12"/>
          </p:nvPr>
        </p:nvSpPr>
        <p:spPr/>
        <p:txBody>
          <a:bodyPr/>
          <a:lstStyle/>
          <a:p>
            <a:fld id="{60713B85-413F-4AF8-87EF-6B2EC5D22D3F}" type="slidenum">
              <a:rPr lang="ko-KR" altLang="en-US" smtClean="0"/>
              <a:t>16</a:t>
            </a:fld>
            <a:endParaRPr lang="ko-KR" altLang="en-US"/>
          </a:p>
        </p:txBody>
      </p:sp>
      <p:pic>
        <p:nvPicPr>
          <p:cNvPr id="8" name="그림 7">
            <a:extLst>
              <a:ext uri="{FF2B5EF4-FFF2-40B4-BE49-F238E27FC236}">
                <a16:creationId xmlns:a16="http://schemas.microsoft.com/office/drawing/2014/main" id="{0F3ACB33-2677-4B9C-A41B-CD76A7066E95}"/>
              </a:ext>
            </a:extLst>
          </p:cNvPr>
          <p:cNvPicPr>
            <a:picLocks noChangeAspect="1"/>
          </p:cNvPicPr>
          <p:nvPr/>
        </p:nvPicPr>
        <p:blipFill>
          <a:blip r:embed="rId2"/>
          <a:stretch>
            <a:fillRect/>
          </a:stretch>
        </p:blipFill>
        <p:spPr>
          <a:xfrm>
            <a:off x="1588000" y="1285592"/>
            <a:ext cx="7685838" cy="4125865"/>
          </a:xfrm>
          <a:prstGeom prst="rect">
            <a:avLst/>
          </a:prstGeom>
        </p:spPr>
      </p:pic>
    </p:spTree>
    <p:extLst>
      <p:ext uri="{BB962C8B-B14F-4D97-AF65-F5344CB8AC3E}">
        <p14:creationId xmlns:p14="http://schemas.microsoft.com/office/powerpoint/2010/main" val="1584302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latin typeface="+mn-lt"/>
              </a:rPr>
              <a:t>Linux NUMA between CPUs</a:t>
            </a:r>
            <a:endParaRPr lang="ko-KR" altLang="en-US" dirty="0">
              <a:latin typeface="+mn-lt"/>
            </a:endParaRPr>
          </a:p>
        </p:txBody>
      </p:sp>
      <p:sp>
        <p:nvSpPr>
          <p:cNvPr id="5" name="슬라이드 번호 개체 틀 4"/>
          <p:cNvSpPr>
            <a:spLocks noGrp="1"/>
          </p:cNvSpPr>
          <p:nvPr>
            <p:ph type="sldNum" sz="quarter" idx="12"/>
          </p:nvPr>
        </p:nvSpPr>
        <p:spPr/>
        <p:txBody>
          <a:bodyPr/>
          <a:lstStyle/>
          <a:p>
            <a:fld id="{60713B85-413F-4AF8-87EF-6B2EC5D22D3F}" type="slidenum">
              <a:rPr lang="ko-KR" altLang="en-US" smtClean="0"/>
              <a:t>17</a:t>
            </a:fld>
            <a:endParaRPr lang="ko-KR" altLang="en-US"/>
          </a:p>
        </p:txBody>
      </p:sp>
      <p:sp>
        <p:nvSpPr>
          <p:cNvPr id="6" name="object 7">
            <a:extLst>
              <a:ext uri="{FF2B5EF4-FFF2-40B4-BE49-F238E27FC236}">
                <a16:creationId xmlns:a16="http://schemas.microsoft.com/office/drawing/2014/main" id="{45F0349E-EFB4-40A4-BD00-D20AAFC25684}"/>
              </a:ext>
            </a:extLst>
          </p:cNvPr>
          <p:cNvSpPr/>
          <p:nvPr/>
        </p:nvSpPr>
        <p:spPr>
          <a:xfrm>
            <a:off x="1084960" y="2056946"/>
            <a:ext cx="1737995" cy="915035"/>
          </a:xfrm>
          <a:custGeom>
            <a:avLst/>
            <a:gdLst/>
            <a:ahLst/>
            <a:cxnLst/>
            <a:rect l="l" t="t" r="r" b="b"/>
            <a:pathLst>
              <a:path w="1737995" h="915035">
                <a:moveTo>
                  <a:pt x="1585086" y="0"/>
                </a:moveTo>
                <a:lnTo>
                  <a:pt x="152285" y="0"/>
                </a:lnTo>
                <a:lnTo>
                  <a:pt x="132416" y="1333"/>
                </a:lnTo>
                <a:lnTo>
                  <a:pt x="94167" y="11696"/>
                </a:lnTo>
                <a:lnTo>
                  <a:pt x="59606" y="31571"/>
                </a:lnTo>
                <a:lnTo>
                  <a:pt x="31571" y="59601"/>
                </a:lnTo>
                <a:lnTo>
                  <a:pt x="11696" y="94167"/>
                </a:lnTo>
                <a:lnTo>
                  <a:pt x="1333" y="132565"/>
                </a:lnTo>
                <a:lnTo>
                  <a:pt x="0" y="762114"/>
                </a:lnTo>
                <a:lnTo>
                  <a:pt x="1333" y="782191"/>
                </a:lnTo>
                <a:lnTo>
                  <a:pt x="11696" y="820593"/>
                </a:lnTo>
                <a:lnTo>
                  <a:pt x="31571" y="855156"/>
                </a:lnTo>
                <a:lnTo>
                  <a:pt x="59606" y="883195"/>
                </a:lnTo>
                <a:lnTo>
                  <a:pt x="94167" y="903064"/>
                </a:lnTo>
                <a:lnTo>
                  <a:pt x="132416" y="913422"/>
                </a:lnTo>
                <a:lnTo>
                  <a:pt x="152285" y="914755"/>
                </a:lnTo>
                <a:lnTo>
                  <a:pt x="1585086" y="914755"/>
                </a:lnTo>
                <a:lnTo>
                  <a:pt x="1624730" y="909491"/>
                </a:lnTo>
                <a:lnTo>
                  <a:pt x="1661401" y="894245"/>
                </a:lnTo>
                <a:lnTo>
                  <a:pt x="1693084" y="870119"/>
                </a:lnTo>
                <a:lnTo>
                  <a:pt x="1717205" y="838441"/>
                </a:lnTo>
                <a:lnTo>
                  <a:pt x="1732462" y="801763"/>
                </a:lnTo>
                <a:lnTo>
                  <a:pt x="1737728" y="762114"/>
                </a:lnTo>
                <a:lnTo>
                  <a:pt x="1737360" y="152285"/>
                </a:lnTo>
                <a:lnTo>
                  <a:pt x="1737704" y="152285"/>
                </a:lnTo>
                <a:lnTo>
                  <a:pt x="1732462" y="112996"/>
                </a:lnTo>
                <a:lnTo>
                  <a:pt x="1717205" y="76314"/>
                </a:lnTo>
                <a:lnTo>
                  <a:pt x="1693084" y="44642"/>
                </a:lnTo>
                <a:lnTo>
                  <a:pt x="1661401" y="20523"/>
                </a:lnTo>
                <a:lnTo>
                  <a:pt x="1624730" y="5265"/>
                </a:lnTo>
                <a:lnTo>
                  <a:pt x="1605162" y="1333"/>
                </a:lnTo>
                <a:lnTo>
                  <a:pt x="1585086" y="0"/>
                </a:lnTo>
                <a:close/>
              </a:path>
              <a:path w="1737995" h="915035">
                <a:moveTo>
                  <a:pt x="1737704" y="152285"/>
                </a:moveTo>
                <a:lnTo>
                  <a:pt x="1737360" y="152285"/>
                </a:lnTo>
                <a:lnTo>
                  <a:pt x="1737728" y="152641"/>
                </a:lnTo>
                <a:lnTo>
                  <a:pt x="1737704" y="152285"/>
                </a:lnTo>
                <a:close/>
              </a:path>
            </a:pathLst>
          </a:custGeom>
          <a:solidFill>
            <a:srgbClr val="719ECE"/>
          </a:solidFill>
        </p:spPr>
        <p:txBody>
          <a:bodyPr wrap="square" lIns="0" tIns="0" rIns="0" bIns="0" rtlCol="0"/>
          <a:lstStyle/>
          <a:p>
            <a:endParaRPr/>
          </a:p>
        </p:txBody>
      </p:sp>
      <p:sp>
        <p:nvSpPr>
          <p:cNvPr id="7" name="object 8">
            <a:extLst>
              <a:ext uri="{FF2B5EF4-FFF2-40B4-BE49-F238E27FC236}">
                <a16:creationId xmlns:a16="http://schemas.microsoft.com/office/drawing/2014/main" id="{12C8C9F0-81C8-47CE-8D85-0F1D863AE756}"/>
              </a:ext>
            </a:extLst>
          </p:cNvPr>
          <p:cNvSpPr/>
          <p:nvPr/>
        </p:nvSpPr>
        <p:spPr>
          <a:xfrm>
            <a:off x="1084960" y="2056946"/>
            <a:ext cx="1737995" cy="915035"/>
          </a:xfrm>
          <a:custGeom>
            <a:avLst/>
            <a:gdLst/>
            <a:ahLst/>
            <a:cxnLst/>
            <a:rect l="l" t="t" r="r" b="b"/>
            <a:pathLst>
              <a:path w="1737995" h="915035">
                <a:moveTo>
                  <a:pt x="152285" y="0"/>
                </a:moveTo>
                <a:lnTo>
                  <a:pt x="132416" y="1333"/>
                </a:lnTo>
                <a:lnTo>
                  <a:pt x="112953" y="5265"/>
                </a:lnTo>
                <a:lnTo>
                  <a:pt x="76326" y="20523"/>
                </a:lnTo>
                <a:lnTo>
                  <a:pt x="44643" y="44642"/>
                </a:lnTo>
                <a:lnTo>
                  <a:pt x="20523" y="76314"/>
                </a:lnTo>
                <a:lnTo>
                  <a:pt x="5265" y="112996"/>
                </a:lnTo>
                <a:lnTo>
                  <a:pt x="0" y="152641"/>
                </a:lnTo>
                <a:lnTo>
                  <a:pt x="0" y="762114"/>
                </a:lnTo>
                <a:lnTo>
                  <a:pt x="5265" y="801763"/>
                </a:lnTo>
                <a:lnTo>
                  <a:pt x="20523" y="838441"/>
                </a:lnTo>
                <a:lnTo>
                  <a:pt x="44643" y="870119"/>
                </a:lnTo>
                <a:lnTo>
                  <a:pt x="76326" y="894245"/>
                </a:lnTo>
                <a:lnTo>
                  <a:pt x="112953" y="909491"/>
                </a:lnTo>
                <a:lnTo>
                  <a:pt x="152285" y="914755"/>
                </a:lnTo>
                <a:lnTo>
                  <a:pt x="1585086" y="914755"/>
                </a:lnTo>
                <a:lnTo>
                  <a:pt x="1624730" y="909491"/>
                </a:lnTo>
                <a:lnTo>
                  <a:pt x="1661401" y="894245"/>
                </a:lnTo>
                <a:lnTo>
                  <a:pt x="1693084" y="870119"/>
                </a:lnTo>
                <a:lnTo>
                  <a:pt x="1717205" y="838441"/>
                </a:lnTo>
                <a:lnTo>
                  <a:pt x="1732462" y="801763"/>
                </a:lnTo>
                <a:lnTo>
                  <a:pt x="1737728" y="762114"/>
                </a:lnTo>
                <a:lnTo>
                  <a:pt x="1737360" y="152285"/>
                </a:lnTo>
                <a:lnTo>
                  <a:pt x="1737728" y="152641"/>
                </a:lnTo>
                <a:lnTo>
                  <a:pt x="1736394" y="132565"/>
                </a:lnTo>
                <a:lnTo>
                  <a:pt x="1732462" y="112996"/>
                </a:lnTo>
                <a:lnTo>
                  <a:pt x="1717205" y="76314"/>
                </a:lnTo>
                <a:lnTo>
                  <a:pt x="1693084" y="44642"/>
                </a:lnTo>
                <a:lnTo>
                  <a:pt x="1661401" y="20523"/>
                </a:lnTo>
                <a:lnTo>
                  <a:pt x="1624730" y="5265"/>
                </a:lnTo>
                <a:lnTo>
                  <a:pt x="1585086" y="0"/>
                </a:lnTo>
                <a:lnTo>
                  <a:pt x="152285" y="0"/>
                </a:lnTo>
                <a:close/>
              </a:path>
            </a:pathLst>
          </a:custGeom>
          <a:ln w="3175">
            <a:solidFill>
              <a:srgbClr val="3364A3"/>
            </a:solidFill>
          </a:ln>
        </p:spPr>
        <p:txBody>
          <a:bodyPr wrap="square" lIns="0" tIns="0" rIns="0" bIns="0" rtlCol="0"/>
          <a:lstStyle/>
          <a:p>
            <a:endParaRPr/>
          </a:p>
        </p:txBody>
      </p:sp>
      <p:sp>
        <p:nvSpPr>
          <p:cNvPr id="9" name="object 9">
            <a:extLst>
              <a:ext uri="{FF2B5EF4-FFF2-40B4-BE49-F238E27FC236}">
                <a16:creationId xmlns:a16="http://schemas.microsoft.com/office/drawing/2014/main" id="{A8E59B49-9117-4A26-B5A3-58B570893CAD}"/>
              </a:ext>
            </a:extLst>
          </p:cNvPr>
          <p:cNvSpPr/>
          <p:nvPr/>
        </p:nvSpPr>
        <p:spPr>
          <a:xfrm>
            <a:off x="2993326" y="2057302"/>
            <a:ext cx="1737995" cy="915035"/>
          </a:xfrm>
          <a:custGeom>
            <a:avLst/>
            <a:gdLst/>
            <a:ahLst/>
            <a:cxnLst/>
            <a:rect l="l" t="t" r="r" b="b"/>
            <a:pathLst>
              <a:path w="1737995" h="915035">
                <a:moveTo>
                  <a:pt x="1585442" y="0"/>
                </a:moveTo>
                <a:lnTo>
                  <a:pt x="152641" y="0"/>
                </a:lnTo>
                <a:lnTo>
                  <a:pt x="132565" y="1333"/>
                </a:lnTo>
                <a:lnTo>
                  <a:pt x="94167" y="11696"/>
                </a:lnTo>
                <a:lnTo>
                  <a:pt x="59599" y="31571"/>
                </a:lnTo>
                <a:lnTo>
                  <a:pt x="31565" y="59606"/>
                </a:lnTo>
                <a:lnTo>
                  <a:pt x="11696" y="94173"/>
                </a:lnTo>
                <a:lnTo>
                  <a:pt x="1333" y="132566"/>
                </a:lnTo>
                <a:lnTo>
                  <a:pt x="0" y="762482"/>
                </a:lnTo>
                <a:lnTo>
                  <a:pt x="1333" y="782352"/>
                </a:lnTo>
                <a:lnTo>
                  <a:pt x="11696" y="820600"/>
                </a:lnTo>
                <a:lnTo>
                  <a:pt x="31565" y="855161"/>
                </a:lnTo>
                <a:lnTo>
                  <a:pt x="59599" y="883196"/>
                </a:lnTo>
                <a:lnTo>
                  <a:pt x="94167" y="903072"/>
                </a:lnTo>
                <a:lnTo>
                  <a:pt x="132565" y="913434"/>
                </a:lnTo>
                <a:lnTo>
                  <a:pt x="152641" y="914768"/>
                </a:lnTo>
                <a:lnTo>
                  <a:pt x="1585442" y="914768"/>
                </a:lnTo>
                <a:lnTo>
                  <a:pt x="1624769" y="909502"/>
                </a:lnTo>
                <a:lnTo>
                  <a:pt x="1661401" y="894245"/>
                </a:lnTo>
                <a:lnTo>
                  <a:pt x="1693079" y="870124"/>
                </a:lnTo>
                <a:lnTo>
                  <a:pt x="1717205" y="838441"/>
                </a:lnTo>
                <a:lnTo>
                  <a:pt x="1732451" y="801814"/>
                </a:lnTo>
                <a:lnTo>
                  <a:pt x="1737715" y="762482"/>
                </a:lnTo>
                <a:lnTo>
                  <a:pt x="1737359" y="152285"/>
                </a:lnTo>
                <a:lnTo>
                  <a:pt x="1737691" y="152285"/>
                </a:lnTo>
                <a:lnTo>
                  <a:pt x="1732451" y="112998"/>
                </a:lnTo>
                <a:lnTo>
                  <a:pt x="1717205" y="76326"/>
                </a:lnTo>
                <a:lnTo>
                  <a:pt x="1693079" y="44643"/>
                </a:lnTo>
                <a:lnTo>
                  <a:pt x="1661401" y="20523"/>
                </a:lnTo>
                <a:lnTo>
                  <a:pt x="1624769" y="5265"/>
                </a:lnTo>
                <a:lnTo>
                  <a:pt x="1605306" y="1333"/>
                </a:lnTo>
                <a:lnTo>
                  <a:pt x="1585442" y="0"/>
                </a:lnTo>
                <a:close/>
              </a:path>
              <a:path w="1737995" h="915035">
                <a:moveTo>
                  <a:pt x="1737691" y="152285"/>
                </a:moveTo>
                <a:lnTo>
                  <a:pt x="1737359" y="152285"/>
                </a:lnTo>
                <a:lnTo>
                  <a:pt x="1737715" y="152641"/>
                </a:lnTo>
                <a:lnTo>
                  <a:pt x="1737691" y="152285"/>
                </a:lnTo>
                <a:close/>
              </a:path>
            </a:pathLst>
          </a:custGeom>
          <a:solidFill>
            <a:srgbClr val="719ECE"/>
          </a:solidFill>
        </p:spPr>
        <p:txBody>
          <a:bodyPr wrap="square" lIns="0" tIns="0" rIns="0" bIns="0" rtlCol="0"/>
          <a:lstStyle/>
          <a:p>
            <a:endParaRPr/>
          </a:p>
        </p:txBody>
      </p:sp>
      <p:sp>
        <p:nvSpPr>
          <p:cNvPr id="10" name="object 10">
            <a:extLst>
              <a:ext uri="{FF2B5EF4-FFF2-40B4-BE49-F238E27FC236}">
                <a16:creationId xmlns:a16="http://schemas.microsoft.com/office/drawing/2014/main" id="{57552542-905F-4355-8B89-DCC5242E5198}"/>
              </a:ext>
            </a:extLst>
          </p:cNvPr>
          <p:cNvSpPr/>
          <p:nvPr/>
        </p:nvSpPr>
        <p:spPr>
          <a:xfrm>
            <a:off x="2993326" y="2057302"/>
            <a:ext cx="1737995" cy="915035"/>
          </a:xfrm>
          <a:custGeom>
            <a:avLst/>
            <a:gdLst/>
            <a:ahLst/>
            <a:cxnLst/>
            <a:rect l="l" t="t" r="r" b="b"/>
            <a:pathLst>
              <a:path w="1737995" h="915035">
                <a:moveTo>
                  <a:pt x="152273" y="0"/>
                </a:moveTo>
                <a:lnTo>
                  <a:pt x="152641" y="0"/>
                </a:lnTo>
                <a:lnTo>
                  <a:pt x="132565" y="1333"/>
                </a:lnTo>
                <a:lnTo>
                  <a:pt x="112996" y="5265"/>
                </a:lnTo>
                <a:lnTo>
                  <a:pt x="76314" y="20523"/>
                </a:lnTo>
                <a:lnTo>
                  <a:pt x="44637" y="44643"/>
                </a:lnTo>
                <a:lnTo>
                  <a:pt x="20523" y="76326"/>
                </a:lnTo>
                <a:lnTo>
                  <a:pt x="5265" y="112998"/>
                </a:lnTo>
                <a:lnTo>
                  <a:pt x="0" y="152641"/>
                </a:lnTo>
                <a:lnTo>
                  <a:pt x="0" y="762126"/>
                </a:lnTo>
                <a:lnTo>
                  <a:pt x="0" y="762482"/>
                </a:lnTo>
                <a:lnTo>
                  <a:pt x="5265" y="801814"/>
                </a:lnTo>
                <a:lnTo>
                  <a:pt x="20523" y="838441"/>
                </a:lnTo>
                <a:lnTo>
                  <a:pt x="44637" y="870124"/>
                </a:lnTo>
                <a:lnTo>
                  <a:pt x="76314" y="894245"/>
                </a:lnTo>
                <a:lnTo>
                  <a:pt x="112996" y="909502"/>
                </a:lnTo>
                <a:lnTo>
                  <a:pt x="152641" y="914768"/>
                </a:lnTo>
                <a:lnTo>
                  <a:pt x="1585074" y="914768"/>
                </a:lnTo>
                <a:lnTo>
                  <a:pt x="1585442" y="914768"/>
                </a:lnTo>
                <a:lnTo>
                  <a:pt x="1624769" y="909502"/>
                </a:lnTo>
                <a:lnTo>
                  <a:pt x="1661401" y="894245"/>
                </a:lnTo>
                <a:lnTo>
                  <a:pt x="1693079" y="870124"/>
                </a:lnTo>
                <a:lnTo>
                  <a:pt x="1717205" y="838441"/>
                </a:lnTo>
                <a:lnTo>
                  <a:pt x="1732451" y="801814"/>
                </a:lnTo>
                <a:lnTo>
                  <a:pt x="1737715" y="762482"/>
                </a:lnTo>
                <a:lnTo>
                  <a:pt x="1737359" y="152285"/>
                </a:lnTo>
                <a:lnTo>
                  <a:pt x="1737715" y="152641"/>
                </a:lnTo>
                <a:lnTo>
                  <a:pt x="1736382" y="132566"/>
                </a:lnTo>
                <a:lnTo>
                  <a:pt x="1732451" y="112998"/>
                </a:lnTo>
                <a:lnTo>
                  <a:pt x="1717205" y="76326"/>
                </a:lnTo>
                <a:lnTo>
                  <a:pt x="1693079" y="44643"/>
                </a:lnTo>
                <a:lnTo>
                  <a:pt x="1661401" y="20523"/>
                </a:lnTo>
                <a:lnTo>
                  <a:pt x="1624769" y="5265"/>
                </a:lnTo>
                <a:lnTo>
                  <a:pt x="1585442" y="0"/>
                </a:lnTo>
                <a:lnTo>
                  <a:pt x="152273" y="0"/>
                </a:lnTo>
                <a:close/>
              </a:path>
            </a:pathLst>
          </a:custGeom>
          <a:ln w="3175">
            <a:solidFill>
              <a:srgbClr val="3364A3"/>
            </a:solidFill>
          </a:ln>
        </p:spPr>
        <p:txBody>
          <a:bodyPr wrap="square" lIns="0" tIns="0" rIns="0" bIns="0" rtlCol="0"/>
          <a:lstStyle/>
          <a:p>
            <a:endParaRPr/>
          </a:p>
        </p:txBody>
      </p:sp>
      <p:sp>
        <p:nvSpPr>
          <p:cNvPr id="11" name="object 11">
            <a:extLst>
              <a:ext uri="{FF2B5EF4-FFF2-40B4-BE49-F238E27FC236}">
                <a16:creationId xmlns:a16="http://schemas.microsoft.com/office/drawing/2014/main" id="{F1AA8762-5E7A-4FE9-834E-F96547944891}"/>
              </a:ext>
            </a:extLst>
          </p:cNvPr>
          <p:cNvSpPr txBox="1"/>
          <p:nvPr/>
        </p:nvSpPr>
        <p:spPr>
          <a:xfrm>
            <a:off x="979029" y="1419648"/>
            <a:ext cx="4375150" cy="1275080"/>
          </a:xfrm>
          <a:prstGeom prst="rect">
            <a:avLst/>
          </a:prstGeom>
        </p:spPr>
        <p:txBody>
          <a:bodyPr vert="horz" wrap="square" lIns="0" tIns="12700" rIns="0" bIns="0" rtlCol="0">
            <a:spAutoFit/>
          </a:bodyPr>
          <a:lstStyle/>
          <a:p>
            <a:pPr marL="12700">
              <a:lnSpc>
                <a:spcPct val="100000"/>
              </a:lnSpc>
              <a:spcBef>
                <a:spcPts val="100"/>
              </a:spcBef>
            </a:pPr>
            <a:r>
              <a:rPr sz="2600" spc="105" dirty="0">
                <a:latin typeface="Tahoma"/>
                <a:cs typeface="Tahoma"/>
              </a:rPr>
              <a:t>Computers</a:t>
            </a:r>
            <a:r>
              <a:rPr sz="2600" spc="-225" dirty="0">
                <a:latin typeface="Tahoma"/>
                <a:cs typeface="Tahoma"/>
              </a:rPr>
              <a:t> </a:t>
            </a:r>
            <a:r>
              <a:rPr sz="2600" spc="105" dirty="0">
                <a:latin typeface="Tahoma"/>
                <a:cs typeface="Tahoma"/>
              </a:rPr>
              <a:t>went</a:t>
            </a:r>
            <a:r>
              <a:rPr sz="2600" spc="-229" dirty="0">
                <a:latin typeface="Tahoma"/>
                <a:cs typeface="Tahoma"/>
              </a:rPr>
              <a:t> </a:t>
            </a:r>
            <a:r>
              <a:rPr sz="2600" spc="80" dirty="0">
                <a:latin typeface="Tahoma"/>
                <a:cs typeface="Tahoma"/>
              </a:rPr>
              <a:t>from</a:t>
            </a:r>
            <a:r>
              <a:rPr sz="2600" spc="-229" dirty="0">
                <a:latin typeface="Tahoma"/>
                <a:cs typeface="Tahoma"/>
              </a:rPr>
              <a:t> </a:t>
            </a:r>
            <a:r>
              <a:rPr sz="2600" spc="75" dirty="0">
                <a:latin typeface="Tahoma"/>
                <a:cs typeface="Tahoma"/>
              </a:rPr>
              <a:t>this</a:t>
            </a:r>
            <a:r>
              <a:rPr sz="2600" spc="-225" dirty="0">
                <a:latin typeface="Tahoma"/>
                <a:cs typeface="Tahoma"/>
              </a:rPr>
              <a:t> </a:t>
            </a:r>
            <a:r>
              <a:rPr sz="2600" b="1" spc="114" dirty="0">
                <a:latin typeface="Gill Sans MT"/>
                <a:cs typeface="Gill Sans MT"/>
              </a:rPr>
              <a:t>.</a:t>
            </a:r>
            <a:r>
              <a:rPr sz="2600" b="1" spc="-135" dirty="0">
                <a:latin typeface="Gill Sans MT"/>
                <a:cs typeface="Gill Sans MT"/>
              </a:rPr>
              <a:t> </a:t>
            </a:r>
            <a:r>
              <a:rPr sz="2600" spc="30" dirty="0">
                <a:latin typeface="Tahoma"/>
                <a:cs typeface="Tahoma"/>
              </a:rPr>
              <a:t>.</a:t>
            </a:r>
            <a:endParaRPr sz="2600">
              <a:latin typeface="Tahoma"/>
              <a:cs typeface="Tahoma"/>
            </a:endParaRPr>
          </a:p>
          <a:p>
            <a:pPr>
              <a:lnSpc>
                <a:spcPct val="100000"/>
              </a:lnSpc>
              <a:spcBef>
                <a:spcPts val="40"/>
              </a:spcBef>
            </a:pPr>
            <a:endParaRPr sz="3300">
              <a:latin typeface="Times New Roman"/>
              <a:cs typeface="Times New Roman"/>
            </a:endParaRPr>
          </a:p>
          <a:p>
            <a:pPr marL="654050">
              <a:lnSpc>
                <a:spcPct val="100000"/>
              </a:lnSpc>
              <a:tabLst>
                <a:tab pos="2561590" algn="l"/>
              </a:tabLst>
            </a:pPr>
            <a:r>
              <a:rPr sz="2400" b="1" spc="-10" dirty="0">
                <a:latin typeface="Arial"/>
                <a:cs typeface="Arial"/>
              </a:rPr>
              <a:t>CPU	</a:t>
            </a:r>
            <a:r>
              <a:rPr sz="2400" b="1" spc="-5" dirty="0">
                <a:latin typeface="Arial"/>
                <a:cs typeface="Arial"/>
              </a:rPr>
              <a:t>CPU</a:t>
            </a:r>
            <a:endParaRPr sz="2400">
              <a:latin typeface="Arial"/>
              <a:cs typeface="Arial"/>
            </a:endParaRPr>
          </a:p>
        </p:txBody>
      </p:sp>
      <p:sp>
        <p:nvSpPr>
          <p:cNvPr id="12" name="object 12">
            <a:extLst>
              <a:ext uri="{FF2B5EF4-FFF2-40B4-BE49-F238E27FC236}">
                <a16:creationId xmlns:a16="http://schemas.microsoft.com/office/drawing/2014/main" id="{80EFEA66-8A8C-4A1B-9D50-7C8CF9AFBDDC}"/>
              </a:ext>
            </a:extLst>
          </p:cNvPr>
          <p:cNvSpPr/>
          <p:nvPr/>
        </p:nvSpPr>
        <p:spPr>
          <a:xfrm>
            <a:off x="1360994" y="3533309"/>
            <a:ext cx="3059939" cy="915035"/>
          </a:xfrm>
          <a:custGeom>
            <a:avLst/>
            <a:gdLst/>
            <a:ahLst/>
            <a:cxnLst/>
            <a:rect l="l" t="t" r="r" b="b"/>
            <a:pathLst>
              <a:path w="1737995" h="915035">
                <a:moveTo>
                  <a:pt x="1585442" y="0"/>
                </a:moveTo>
                <a:lnTo>
                  <a:pt x="152641" y="0"/>
                </a:lnTo>
                <a:lnTo>
                  <a:pt x="132566" y="1333"/>
                </a:lnTo>
                <a:lnTo>
                  <a:pt x="94173" y="11696"/>
                </a:lnTo>
                <a:lnTo>
                  <a:pt x="59606" y="31565"/>
                </a:lnTo>
                <a:lnTo>
                  <a:pt x="31571" y="59599"/>
                </a:lnTo>
                <a:lnTo>
                  <a:pt x="11696" y="94162"/>
                </a:lnTo>
                <a:lnTo>
                  <a:pt x="1333" y="132564"/>
                </a:lnTo>
                <a:lnTo>
                  <a:pt x="0" y="762482"/>
                </a:lnTo>
                <a:lnTo>
                  <a:pt x="1333" y="782346"/>
                </a:lnTo>
                <a:lnTo>
                  <a:pt x="11696" y="820598"/>
                </a:lnTo>
                <a:lnTo>
                  <a:pt x="31571" y="855156"/>
                </a:lnTo>
                <a:lnTo>
                  <a:pt x="59606" y="883189"/>
                </a:lnTo>
                <a:lnTo>
                  <a:pt x="94173" y="903059"/>
                </a:lnTo>
                <a:lnTo>
                  <a:pt x="132566" y="913422"/>
                </a:lnTo>
                <a:lnTo>
                  <a:pt x="152641" y="914755"/>
                </a:lnTo>
                <a:lnTo>
                  <a:pt x="1585442" y="914755"/>
                </a:lnTo>
                <a:lnTo>
                  <a:pt x="1624774" y="909489"/>
                </a:lnTo>
                <a:lnTo>
                  <a:pt x="1661401" y="894232"/>
                </a:lnTo>
                <a:lnTo>
                  <a:pt x="1693084" y="870118"/>
                </a:lnTo>
                <a:lnTo>
                  <a:pt x="1717205" y="838441"/>
                </a:lnTo>
                <a:lnTo>
                  <a:pt x="1732462" y="801809"/>
                </a:lnTo>
                <a:lnTo>
                  <a:pt x="1737728" y="762482"/>
                </a:lnTo>
                <a:lnTo>
                  <a:pt x="1737359" y="152273"/>
                </a:lnTo>
                <a:lnTo>
                  <a:pt x="1737703" y="152273"/>
                </a:lnTo>
                <a:lnTo>
                  <a:pt x="1732462" y="112991"/>
                </a:lnTo>
                <a:lnTo>
                  <a:pt x="1717205" y="76314"/>
                </a:lnTo>
                <a:lnTo>
                  <a:pt x="1693084" y="44637"/>
                </a:lnTo>
                <a:lnTo>
                  <a:pt x="1661401" y="20523"/>
                </a:lnTo>
                <a:lnTo>
                  <a:pt x="1624774" y="5265"/>
                </a:lnTo>
                <a:lnTo>
                  <a:pt x="1605312" y="1333"/>
                </a:lnTo>
                <a:lnTo>
                  <a:pt x="1585442" y="0"/>
                </a:lnTo>
                <a:close/>
              </a:path>
              <a:path w="1737995" h="915035">
                <a:moveTo>
                  <a:pt x="1737703" y="152273"/>
                </a:moveTo>
                <a:lnTo>
                  <a:pt x="1737359" y="152273"/>
                </a:lnTo>
                <a:lnTo>
                  <a:pt x="1737728" y="152641"/>
                </a:lnTo>
                <a:lnTo>
                  <a:pt x="1737703" y="152273"/>
                </a:lnTo>
                <a:close/>
              </a:path>
            </a:pathLst>
          </a:custGeom>
          <a:solidFill>
            <a:srgbClr val="FF5328"/>
          </a:solidFill>
        </p:spPr>
        <p:txBody>
          <a:bodyPr wrap="square" lIns="0" tIns="0" rIns="0" bIns="0" rtlCol="0"/>
          <a:lstStyle/>
          <a:p>
            <a:endParaRPr/>
          </a:p>
        </p:txBody>
      </p:sp>
      <p:sp>
        <p:nvSpPr>
          <p:cNvPr id="13" name="object 13">
            <a:extLst>
              <a:ext uri="{FF2B5EF4-FFF2-40B4-BE49-F238E27FC236}">
                <a16:creationId xmlns:a16="http://schemas.microsoft.com/office/drawing/2014/main" id="{BBD06C57-6EF0-4A52-A4ED-DA1F8DA547F3}"/>
              </a:ext>
            </a:extLst>
          </p:cNvPr>
          <p:cNvSpPr/>
          <p:nvPr/>
        </p:nvSpPr>
        <p:spPr>
          <a:xfrm>
            <a:off x="1367205" y="3533309"/>
            <a:ext cx="3059940" cy="915035"/>
          </a:xfrm>
          <a:custGeom>
            <a:avLst/>
            <a:gdLst/>
            <a:ahLst/>
            <a:cxnLst/>
            <a:rect l="l" t="t" r="r" b="b"/>
            <a:pathLst>
              <a:path w="1737995" h="915035">
                <a:moveTo>
                  <a:pt x="152285" y="0"/>
                </a:moveTo>
                <a:lnTo>
                  <a:pt x="152641" y="0"/>
                </a:lnTo>
                <a:lnTo>
                  <a:pt x="132566" y="1333"/>
                </a:lnTo>
                <a:lnTo>
                  <a:pt x="112998" y="5265"/>
                </a:lnTo>
                <a:lnTo>
                  <a:pt x="76326" y="20523"/>
                </a:lnTo>
                <a:lnTo>
                  <a:pt x="44643" y="44637"/>
                </a:lnTo>
                <a:lnTo>
                  <a:pt x="20523" y="76314"/>
                </a:lnTo>
                <a:lnTo>
                  <a:pt x="5265" y="112991"/>
                </a:lnTo>
                <a:lnTo>
                  <a:pt x="0" y="152641"/>
                </a:lnTo>
                <a:lnTo>
                  <a:pt x="0" y="762114"/>
                </a:lnTo>
                <a:lnTo>
                  <a:pt x="0" y="762482"/>
                </a:lnTo>
                <a:lnTo>
                  <a:pt x="5265" y="801809"/>
                </a:lnTo>
                <a:lnTo>
                  <a:pt x="20523" y="838441"/>
                </a:lnTo>
                <a:lnTo>
                  <a:pt x="44643" y="870118"/>
                </a:lnTo>
                <a:lnTo>
                  <a:pt x="76326" y="894232"/>
                </a:lnTo>
                <a:lnTo>
                  <a:pt x="112998" y="909489"/>
                </a:lnTo>
                <a:lnTo>
                  <a:pt x="152641" y="914755"/>
                </a:lnTo>
                <a:lnTo>
                  <a:pt x="1585086" y="914755"/>
                </a:lnTo>
                <a:lnTo>
                  <a:pt x="1585442" y="914755"/>
                </a:lnTo>
                <a:lnTo>
                  <a:pt x="1624774" y="909489"/>
                </a:lnTo>
                <a:lnTo>
                  <a:pt x="1661401" y="894232"/>
                </a:lnTo>
                <a:lnTo>
                  <a:pt x="1693084" y="870118"/>
                </a:lnTo>
                <a:lnTo>
                  <a:pt x="1717205" y="838441"/>
                </a:lnTo>
                <a:lnTo>
                  <a:pt x="1732462" y="801809"/>
                </a:lnTo>
                <a:lnTo>
                  <a:pt x="1737728" y="762482"/>
                </a:lnTo>
                <a:lnTo>
                  <a:pt x="1737359" y="152273"/>
                </a:lnTo>
                <a:lnTo>
                  <a:pt x="1737728" y="152641"/>
                </a:lnTo>
                <a:lnTo>
                  <a:pt x="1736394" y="132564"/>
                </a:lnTo>
                <a:lnTo>
                  <a:pt x="1732462" y="112991"/>
                </a:lnTo>
                <a:lnTo>
                  <a:pt x="1717205" y="76314"/>
                </a:lnTo>
                <a:lnTo>
                  <a:pt x="1693084" y="44637"/>
                </a:lnTo>
                <a:lnTo>
                  <a:pt x="1661401" y="20523"/>
                </a:lnTo>
                <a:lnTo>
                  <a:pt x="1624774" y="5265"/>
                </a:lnTo>
                <a:lnTo>
                  <a:pt x="1585442" y="0"/>
                </a:lnTo>
                <a:lnTo>
                  <a:pt x="152285" y="0"/>
                </a:lnTo>
                <a:close/>
              </a:path>
            </a:pathLst>
          </a:custGeom>
          <a:ln w="3175">
            <a:solidFill>
              <a:srgbClr val="3364A3"/>
            </a:solidFill>
          </a:ln>
        </p:spPr>
        <p:txBody>
          <a:bodyPr wrap="square" lIns="0" tIns="0" rIns="0" bIns="0" rtlCol="0"/>
          <a:lstStyle/>
          <a:p>
            <a:endParaRPr/>
          </a:p>
        </p:txBody>
      </p:sp>
      <p:sp>
        <p:nvSpPr>
          <p:cNvPr id="14" name="object 14">
            <a:extLst>
              <a:ext uri="{FF2B5EF4-FFF2-40B4-BE49-F238E27FC236}">
                <a16:creationId xmlns:a16="http://schemas.microsoft.com/office/drawing/2014/main" id="{3DD0955F-00A6-41CF-95CC-1DE0141F5567}"/>
              </a:ext>
            </a:extLst>
          </p:cNvPr>
          <p:cNvSpPr txBox="1"/>
          <p:nvPr/>
        </p:nvSpPr>
        <p:spPr>
          <a:xfrm>
            <a:off x="1366761" y="3608810"/>
            <a:ext cx="2987956" cy="789319"/>
          </a:xfrm>
          <a:prstGeom prst="rect">
            <a:avLst/>
          </a:prstGeom>
        </p:spPr>
        <p:txBody>
          <a:bodyPr vert="horz" wrap="square" lIns="0" tIns="45085" rIns="0" bIns="0" rtlCol="0">
            <a:spAutoFit/>
          </a:bodyPr>
          <a:lstStyle/>
          <a:p>
            <a:pPr marL="12700" marR="5080" indent="50800" algn="ctr">
              <a:lnSpc>
                <a:spcPts val="2680"/>
              </a:lnSpc>
              <a:spcBef>
                <a:spcPts val="355"/>
              </a:spcBef>
            </a:pPr>
            <a:r>
              <a:rPr sz="2400" b="1" spc="-5" dirty="0">
                <a:latin typeface="Arial"/>
                <a:cs typeface="Arial"/>
              </a:rPr>
              <a:t>Memory  </a:t>
            </a:r>
            <a:r>
              <a:rPr sz="2400" b="1" dirty="0">
                <a:latin typeface="Arial"/>
                <a:cs typeface="Arial"/>
              </a:rPr>
              <a:t>In</a:t>
            </a:r>
            <a:r>
              <a:rPr sz="2400" b="1" spc="-5" dirty="0">
                <a:latin typeface="Arial"/>
                <a:cs typeface="Arial"/>
              </a:rPr>
              <a:t>te</a:t>
            </a:r>
            <a:r>
              <a:rPr sz="2400" b="1" dirty="0">
                <a:latin typeface="Arial"/>
                <a:cs typeface="Arial"/>
              </a:rPr>
              <a:t>r</a:t>
            </a:r>
            <a:r>
              <a:rPr sz="2400" b="1" spc="-5" dirty="0">
                <a:latin typeface="Arial"/>
                <a:cs typeface="Arial"/>
              </a:rPr>
              <a:t>f</a:t>
            </a:r>
            <a:r>
              <a:rPr sz="2400" b="1" dirty="0">
                <a:latin typeface="Arial"/>
                <a:cs typeface="Arial"/>
              </a:rPr>
              <a:t>a</a:t>
            </a:r>
            <a:r>
              <a:rPr sz="2400" b="1" spc="-10" dirty="0">
                <a:latin typeface="Arial"/>
                <a:cs typeface="Arial"/>
              </a:rPr>
              <a:t>c</a:t>
            </a:r>
            <a:r>
              <a:rPr sz="2400" b="1" dirty="0">
                <a:latin typeface="Arial"/>
                <a:cs typeface="Arial"/>
              </a:rPr>
              <a:t>e</a:t>
            </a:r>
            <a:endParaRPr lang="en-US" sz="2400" b="1" dirty="0">
              <a:latin typeface="Arial"/>
              <a:cs typeface="Arial"/>
            </a:endParaRPr>
          </a:p>
          <a:p>
            <a:pPr marL="12700" marR="5080" indent="50800" algn="ctr">
              <a:lnSpc>
                <a:spcPts val="2680"/>
              </a:lnSpc>
              <a:spcBef>
                <a:spcPts val="355"/>
              </a:spcBef>
            </a:pPr>
            <a:r>
              <a:rPr lang="en-US" sz="2400" b="1" dirty="0">
                <a:latin typeface="Arial"/>
                <a:cs typeface="Arial"/>
              </a:rPr>
              <a:t>(System Bus)</a:t>
            </a:r>
            <a:endParaRPr sz="2400" dirty="0">
              <a:latin typeface="Arial"/>
              <a:cs typeface="Arial"/>
            </a:endParaRPr>
          </a:p>
        </p:txBody>
      </p:sp>
      <p:sp>
        <p:nvSpPr>
          <p:cNvPr id="15" name="object 15">
            <a:extLst>
              <a:ext uri="{FF2B5EF4-FFF2-40B4-BE49-F238E27FC236}">
                <a16:creationId xmlns:a16="http://schemas.microsoft.com/office/drawing/2014/main" id="{DFEF367C-1BB0-41B0-9709-45BA179FD209}"/>
              </a:ext>
            </a:extLst>
          </p:cNvPr>
          <p:cNvSpPr/>
          <p:nvPr/>
        </p:nvSpPr>
        <p:spPr>
          <a:xfrm>
            <a:off x="1078839" y="5009303"/>
            <a:ext cx="3657600" cy="915035"/>
          </a:xfrm>
          <a:custGeom>
            <a:avLst/>
            <a:gdLst/>
            <a:ahLst/>
            <a:cxnLst/>
            <a:rect l="l" t="t" r="r" b="b"/>
            <a:pathLst>
              <a:path w="3657600" h="915035">
                <a:moveTo>
                  <a:pt x="3505327" y="0"/>
                </a:moveTo>
                <a:lnTo>
                  <a:pt x="152641" y="0"/>
                </a:lnTo>
                <a:lnTo>
                  <a:pt x="132566" y="1333"/>
                </a:lnTo>
                <a:lnTo>
                  <a:pt x="94173" y="11696"/>
                </a:lnTo>
                <a:lnTo>
                  <a:pt x="59606" y="31571"/>
                </a:lnTo>
                <a:lnTo>
                  <a:pt x="31571" y="59606"/>
                </a:lnTo>
                <a:lnTo>
                  <a:pt x="11696" y="94173"/>
                </a:lnTo>
                <a:lnTo>
                  <a:pt x="1333" y="132566"/>
                </a:lnTo>
                <a:lnTo>
                  <a:pt x="0" y="762482"/>
                </a:lnTo>
                <a:lnTo>
                  <a:pt x="1333" y="782352"/>
                </a:lnTo>
                <a:lnTo>
                  <a:pt x="11696" y="820600"/>
                </a:lnTo>
                <a:lnTo>
                  <a:pt x="31571" y="855161"/>
                </a:lnTo>
                <a:lnTo>
                  <a:pt x="59606" y="883196"/>
                </a:lnTo>
                <a:lnTo>
                  <a:pt x="94173" y="903072"/>
                </a:lnTo>
                <a:lnTo>
                  <a:pt x="132566" y="913434"/>
                </a:lnTo>
                <a:lnTo>
                  <a:pt x="152641" y="914768"/>
                </a:lnTo>
                <a:lnTo>
                  <a:pt x="3505327" y="914768"/>
                </a:lnTo>
                <a:lnTo>
                  <a:pt x="3544658" y="909502"/>
                </a:lnTo>
                <a:lnTo>
                  <a:pt x="3581285" y="894245"/>
                </a:lnTo>
                <a:lnTo>
                  <a:pt x="3612969" y="870124"/>
                </a:lnTo>
                <a:lnTo>
                  <a:pt x="3637089" y="838441"/>
                </a:lnTo>
                <a:lnTo>
                  <a:pt x="3652340" y="801814"/>
                </a:lnTo>
                <a:lnTo>
                  <a:pt x="3657600" y="762482"/>
                </a:lnTo>
                <a:lnTo>
                  <a:pt x="3657576" y="152285"/>
                </a:lnTo>
                <a:lnTo>
                  <a:pt x="3652340" y="112998"/>
                </a:lnTo>
                <a:lnTo>
                  <a:pt x="3637089" y="76326"/>
                </a:lnTo>
                <a:lnTo>
                  <a:pt x="3612969" y="44643"/>
                </a:lnTo>
                <a:lnTo>
                  <a:pt x="3581285" y="20523"/>
                </a:lnTo>
                <a:lnTo>
                  <a:pt x="3544658" y="5265"/>
                </a:lnTo>
                <a:lnTo>
                  <a:pt x="3505327" y="0"/>
                </a:lnTo>
                <a:close/>
              </a:path>
            </a:pathLst>
          </a:custGeom>
          <a:solidFill>
            <a:srgbClr val="3EAE45"/>
          </a:solidFill>
        </p:spPr>
        <p:txBody>
          <a:bodyPr wrap="square" lIns="0" tIns="0" rIns="0" bIns="0" rtlCol="0"/>
          <a:lstStyle/>
          <a:p>
            <a:endParaRPr/>
          </a:p>
        </p:txBody>
      </p:sp>
      <p:sp>
        <p:nvSpPr>
          <p:cNvPr id="16" name="object 16">
            <a:extLst>
              <a:ext uri="{FF2B5EF4-FFF2-40B4-BE49-F238E27FC236}">
                <a16:creationId xmlns:a16="http://schemas.microsoft.com/office/drawing/2014/main" id="{971160DE-645F-40C3-9D33-06E81118BA0C}"/>
              </a:ext>
            </a:extLst>
          </p:cNvPr>
          <p:cNvSpPr/>
          <p:nvPr/>
        </p:nvSpPr>
        <p:spPr>
          <a:xfrm>
            <a:off x="1078839" y="5009303"/>
            <a:ext cx="3657600" cy="915035"/>
          </a:xfrm>
          <a:custGeom>
            <a:avLst/>
            <a:gdLst/>
            <a:ahLst/>
            <a:cxnLst/>
            <a:rect l="l" t="t" r="r" b="b"/>
            <a:pathLst>
              <a:path w="3657600" h="915035">
                <a:moveTo>
                  <a:pt x="152285" y="0"/>
                </a:moveTo>
                <a:lnTo>
                  <a:pt x="152641" y="0"/>
                </a:lnTo>
                <a:lnTo>
                  <a:pt x="132566" y="1333"/>
                </a:lnTo>
                <a:lnTo>
                  <a:pt x="112998" y="5265"/>
                </a:lnTo>
                <a:lnTo>
                  <a:pt x="76326" y="20523"/>
                </a:lnTo>
                <a:lnTo>
                  <a:pt x="44643" y="44643"/>
                </a:lnTo>
                <a:lnTo>
                  <a:pt x="20523" y="76326"/>
                </a:lnTo>
                <a:lnTo>
                  <a:pt x="5265" y="112998"/>
                </a:lnTo>
                <a:lnTo>
                  <a:pt x="0" y="152641"/>
                </a:lnTo>
                <a:lnTo>
                  <a:pt x="0" y="762126"/>
                </a:lnTo>
                <a:lnTo>
                  <a:pt x="0" y="762482"/>
                </a:lnTo>
                <a:lnTo>
                  <a:pt x="5265" y="801814"/>
                </a:lnTo>
                <a:lnTo>
                  <a:pt x="20523" y="838441"/>
                </a:lnTo>
                <a:lnTo>
                  <a:pt x="44643" y="870124"/>
                </a:lnTo>
                <a:lnTo>
                  <a:pt x="76326" y="894245"/>
                </a:lnTo>
                <a:lnTo>
                  <a:pt x="112998" y="909502"/>
                </a:lnTo>
                <a:lnTo>
                  <a:pt x="152641" y="914768"/>
                </a:lnTo>
                <a:lnTo>
                  <a:pt x="3504971" y="914768"/>
                </a:lnTo>
                <a:lnTo>
                  <a:pt x="3505327" y="914768"/>
                </a:lnTo>
                <a:lnTo>
                  <a:pt x="3544658" y="909502"/>
                </a:lnTo>
                <a:lnTo>
                  <a:pt x="3581285" y="894245"/>
                </a:lnTo>
                <a:lnTo>
                  <a:pt x="3612969" y="870124"/>
                </a:lnTo>
                <a:lnTo>
                  <a:pt x="3637089" y="838441"/>
                </a:lnTo>
                <a:lnTo>
                  <a:pt x="3652340" y="801814"/>
                </a:lnTo>
                <a:lnTo>
                  <a:pt x="3657600" y="762482"/>
                </a:lnTo>
                <a:lnTo>
                  <a:pt x="3657600" y="152285"/>
                </a:lnTo>
                <a:lnTo>
                  <a:pt x="3657600" y="152641"/>
                </a:lnTo>
                <a:lnTo>
                  <a:pt x="3656268" y="132566"/>
                </a:lnTo>
                <a:lnTo>
                  <a:pt x="3652340" y="112998"/>
                </a:lnTo>
                <a:lnTo>
                  <a:pt x="3637089" y="76326"/>
                </a:lnTo>
                <a:lnTo>
                  <a:pt x="3612969" y="44643"/>
                </a:lnTo>
                <a:lnTo>
                  <a:pt x="3581285" y="20523"/>
                </a:lnTo>
                <a:lnTo>
                  <a:pt x="3544658" y="5265"/>
                </a:lnTo>
                <a:lnTo>
                  <a:pt x="3505327" y="0"/>
                </a:lnTo>
                <a:lnTo>
                  <a:pt x="152285" y="0"/>
                </a:lnTo>
                <a:close/>
              </a:path>
            </a:pathLst>
          </a:custGeom>
          <a:ln w="3175">
            <a:solidFill>
              <a:srgbClr val="3364A3"/>
            </a:solidFill>
          </a:ln>
        </p:spPr>
        <p:txBody>
          <a:bodyPr wrap="square" lIns="0" tIns="0" rIns="0" bIns="0" rtlCol="0"/>
          <a:lstStyle/>
          <a:p>
            <a:endParaRPr/>
          </a:p>
        </p:txBody>
      </p:sp>
      <p:sp>
        <p:nvSpPr>
          <p:cNvPr id="17" name="object 17">
            <a:extLst>
              <a:ext uri="{FF2B5EF4-FFF2-40B4-BE49-F238E27FC236}">
                <a16:creationId xmlns:a16="http://schemas.microsoft.com/office/drawing/2014/main" id="{9CAC4C34-AE3D-4492-BADC-D4E5F7F659B6}"/>
              </a:ext>
            </a:extLst>
          </p:cNvPr>
          <p:cNvSpPr txBox="1"/>
          <p:nvPr/>
        </p:nvSpPr>
        <p:spPr>
          <a:xfrm>
            <a:off x="2310307" y="5254730"/>
            <a:ext cx="1195070" cy="391795"/>
          </a:xfrm>
          <a:prstGeom prst="rect">
            <a:avLst/>
          </a:prstGeom>
        </p:spPr>
        <p:txBody>
          <a:bodyPr vert="horz" wrap="square" lIns="0" tIns="12700" rIns="0" bIns="0" rtlCol="0">
            <a:spAutoFit/>
          </a:bodyPr>
          <a:lstStyle/>
          <a:p>
            <a:pPr marL="12700">
              <a:lnSpc>
                <a:spcPct val="100000"/>
              </a:lnSpc>
              <a:spcBef>
                <a:spcPts val="100"/>
              </a:spcBef>
            </a:pPr>
            <a:r>
              <a:rPr sz="2400" b="1" spc="0" dirty="0">
                <a:latin typeface="Arial"/>
                <a:cs typeface="Arial"/>
              </a:rPr>
              <a:t>M</a:t>
            </a:r>
            <a:r>
              <a:rPr sz="2400" b="1" spc="-10" dirty="0">
                <a:latin typeface="Arial"/>
                <a:cs typeface="Arial"/>
              </a:rPr>
              <a:t>e</a:t>
            </a:r>
            <a:r>
              <a:rPr sz="2400" b="1" spc="-5" dirty="0">
                <a:latin typeface="Arial"/>
                <a:cs typeface="Arial"/>
              </a:rPr>
              <a:t>m</a:t>
            </a:r>
            <a:r>
              <a:rPr sz="2400" b="1" dirty="0">
                <a:latin typeface="Arial"/>
                <a:cs typeface="Arial"/>
              </a:rPr>
              <a:t>o</a:t>
            </a:r>
            <a:r>
              <a:rPr sz="2400" b="1" spc="-10" dirty="0">
                <a:latin typeface="Arial"/>
                <a:cs typeface="Arial"/>
              </a:rPr>
              <a:t>r</a:t>
            </a:r>
            <a:r>
              <a:rPr sz="2400" b="1" dirty="0">
                <a:latin typeface="Arial"/>
                <a:cs typeface="Arial"/>
              </a:rPr>
              <a:t>y</a:t>
            </a:r>
            <a:endParaRPr sz="2400">
              <a:latin typeface="Arial"/>
              <a:cs typeface="Arial"/>
            </a:endParaRPr>
          </a:p>
        </p:txBody>
      </p:sp>
      <p:sp>
        <p:nvSpPr>
          <p:cNvPr id="18" name="object 18">
            <a:extLst>
              <a:ext uri="{FF2B5EF4-FFF2-40B4-BE49-F238E27FC236}">
                <a16:creationId xmlns:a16="http://schemas.microsoft.com/office/drawing/2014/main" id="{634B08B2-9540-4B9D-9344-7EE611559D1F}"/>
              </a:ext>
            </a:extLst>
          </p:cNvPr>
          <p:cNvSpPr/>
          <p:nvPr/>
        </p:nvSpPr>
        <p:spPr>
          <a:xfrm>
            <a:off x="2436761" y="4342946"/>
            <a:ext cx="915035" cy="823594"/>
          </a:xfrm>
          <a:custGeom>
            <a:avLst/>
            <a:gdLst/>
            <a:ahLst/>
            <a:cxnLst/>
            <a:rect l="l" t="t" r="r" b="b"/>
            <a:pathLst>
              <a:path w="915035" h="823595">
                <a:moveTo>
                  <a:pt x="914768" y="659155"/>
                </a:moveTo>
                <a:lnTo>
                  <a:pt x="0" y="659155"/>
                </a:lnTo>
                <a:lnTo>
                  <a:pt x="457200" y="823315"/>
                </a:lnTo>
                <a:lnTo>
                  <a:pt x="914768" y="659155"/>
                </a:lnTo>
                <a:close/>
              </a:path>
              <a:path w="915035" h="823595">
                <a:moveTo>
                  <a:pt x="685800" y="163804"/>
                </a:moveTo>
                <a:lnTo>
                  <a:pt x="228600" y="163804"/>
                </a:lnTo>
                <a:lnTo>
                  <a:pt x="228600" y="659155"/>
                </a:lnTo>
                <a:lnTo>
                  <a:pt x="685800" y="659155"/>
                </a:lnTo>
                <a:lnTo>
                  <a:pt x="685800" y="163804"/>
                </a:lnTo>
                <a:close/>
              </a:path>
              <a:path w="915035" h="823595">
                <a:moveTo>
                  <a:pt x="457200" y="0"/>
                </a:moveTo>
                <a:lnTo>
                  <a:pt x="0" y="163804"/>
                </a:lnTo>
                <a:lnTo>
                  <a:pt x="914768" y="163804"/>
                </a:lnTo>
                <a:lnTo>
                  <a:pt x="457200" y="0"/>
                </a:lnTo>
                <a:close/>
              </a:path>
            </a:pathLst>
          </a:custGeom>
          <a:solidFill>
            <a:srgbClr val="B2C9C6"/>
          </a:solidFill>
        </p:spPr>
        <p:txBody>
          <a:bodyPr wrap="square" lIns="0" tIns="0" rIns="0" bIns="0" rtlCol="0"/>
          <a:lstStyle/>
          <a:p>
            <a:endParaRPr/>
          </a:p>
        </p:txBody>
      </p:sp>
      <p:sp>
        <p:nvSpPr>
          <p:cNvPr id="19" name="object 19">
            <a:extLst>
              <a:ext uri="{FF2B5EF4-FFF2-40B4-BE49-F238E27FC236}">
                <a16:creationId xmlns:a16="http://schemas.microsoft.com/office/drawing/2014/main" id="{670FC61F-7A2F-42CB-B392-38F921DD5E77}"/>
              </a:ext>
            </a:extLst>
          </p:cNvPr>
          <p:cNvSpPr/>
          <p:nvPr/>
        </p:nvSpPr>
        <p:spPr>
          <a:xfrm>
            <a:off x="2436761" y="4342946"/>
            <a:ext cx="915035" cy="823594"/>
          </a:xfrm>
          <a:custGeom>
            <a:avLst/>
            <a:gdLst/>
            <a:ahLst/>
            <a:cxnLst/>
            <a:rect l="l" t="t" r="r" b="b"/>
            <a:pathLst>
              <a:path w="915035" h="823595">
                <a:moveTo>
                  <a:pt x="0" y="163804"/>
                </a:moveTo>
                <a:lnTo>
                  <a:pt x="457200" y="0"/>
                </a:lnTo>
                <a:lnTo>
                  <a:pt x="914768" y="163804"/>
                </a:lnTo>
                <a:lnTo>
                  <a:pt x="685800" y="163804"/>
                </a:lnTo>
                <a:lnTo>
                  <a:pt x="685800" y="659155"/>
                </a:lnTo>
                <a:lnTo>
                  <a:pt x="914768" y="659155"/>
                </a:lnTo>
                <a:lnTo>
                  <a:pt x="457200" y="823315"/>
                </a:lnTo>
                <a:lnTo>
                  <a:pt x="0" y="659155"/>
                </a:lnTo>
                <a:lnTo>
                  <a:pt x="228600" y="659155"/>
                </a:lnTo>
                <a:lnTo>
                  <a:pt x="228600" y="163804"/>
                </a:lnTo>
                <a:lnTo>
                  <a:pt x="0" y="163804"/>
                </a:lnTo>
                <a:close/>
              </a:path>
            </a:pathLst>
          </a:custGeom>
          <a:ln w="3175">
            <a:solidFill>
              <a:srgbClr val="3364A3"/>
            </a:solidFill>
          </a:ln>
        </p:spPr>
        <p:txBody>
          <a:bodyPr wrap="square" lIns="0" tIns="0" rIns="0" bIns="0" rtlCol="0"/>
          <a:lstStyle/>
          <a:p>
            <a:endParaRPr/>
          </a:p>
        </p:txBody>
      </p:sp>
      <p:sp>
        <p:nvSpPr>
          <p:cNvPr id="20" name="object 20">
            <a:extLst>
              <a:ext uri="{FF2B5EF4-FFF2-40B4-BE49-F238E27FC236}">
                <a16:creationId xmlns:a16="http://schemas.microsoft.com/office/drawing/2014/main" id="{48592280-C728-4486-8FA8-34B3C8516AFC}"/>
              </a:ext>
            </a:extLst>
          </p:cNvPr>
          <p:cNvSpPr/>
          <p:nvPr/>
        </p:nvSpPr>
        <p:spPr>
          <a:xfrm>
            <a:off x="3157130" y="2795312"/>
            <a:ext cx="915035" cy="823594"/>
          </a:xfrm>
          <a:custGeom>
            <a:avLst/>
            <a:gdLst/>
            <a:ahLst/>
            <a:cxnLst/>
            <a:rect l="l" t="t" r="r" b="b"/>
            <a:pathLst>
              <a:path w="915035" h="823595">
                <a:moveTo>
                  <a:pt x="914755" y="659155"/>
                </a:moveTo>
                <a:lnTo>
                  <a:pt x="0" y="659155"/>
                </a:lnTo>
                <a:lnTo>
                  <a:pt x="457200" y="823315"/>
                </a:lnTo>
                <a:lnTo>
                  <a:pt x="914755" y="659155"/>
                </a:lnTo>
                <a:close/>
              </a:path>
              <a:path w="915035" h="823595">
                <a:moveTo>
                  <a:pt x="685800" y="163791"/>
                </a:moveTo>
                <a:lnTo>
                  <a:pt x="228600" y="163791"/>
                </a:lnTo>
                <a:lnTo>
                  <a:pt x="228600" y="659155"/>
                </a:lnTo>
                <a:lnTo>
                  <a:pt x="685800" y="659155"/>
                </a:lnTo>
                <a:lnTo>
                  <a:pt x="685800" y="163791"/>
                </a:lnTo>
                <a:close/>
              </a:path>
              <a:path w="915035" h="823595">
                <a:moveTo>
                  <a:pt x="457200" y="0"/>
                </a:moveTo>
                <a:lnTo>
                  <a:pt x="0" y="163791"/>
                </a:lnTo>
                <a:lnTo>
                  <a:pt x="914755" y="163791"/>
                </a:lnTo>
                <a:lnTo>
                  <a:pt x="457200" y="0"/>
                </a:lnTo>
                <a:close/>
              </a:path>
            </a:pathLst>
          </a:custGeom>
          <a:solidFill>
            <a:srgbClr val="B2C9C6"/>
          </a:solidFill>
        </p:spPr>
        <p:txBody>
          <a:bodyPr wrap="square" lIns="0" tIns="0" rIns="0" bIns="0" rtlCol="0"/>
          <a:lstStyle/>
          <a:p>
            <a:endParaRPr/>
          </a:p>
        </p:txBody>
      </p:sp>
      <p:sp>
        <p:nvSpPr>
          <p:cNvPr id="21" name="object 21">
            <a:extLst>
              <a:ext uri="{FF2B5EF4-FFF2-40B4-BE49-F238E27FC236}">
                <a16:creationId xmlns:a16="http://schemas.microsoft.com/office/drawing/2014/main" id="{476C61B5-D24E-4387-8FDA-C66615E6BC34}"/>
              </a:ext>
            </a:extLst>
          </p:cNvPr>
          <p:cNvSpPr/>
          <p:nvPr/>
        </p:nvSpPr>
        <p:spPr>
          <a:xfrm>
            <a:off x="3157130" y="2795312"/>
            <a:ext cx="915035" cy="823594"/>
          </a:xfrm>
          <a:custGeom>
            <a:avLst/>
            <a:gdLst/>
            <a:ahLst/>
            <a:cxnLst/>
            <a:rect l="l" t="t" r="r" b="b"/>
            <a:pathLst>
              <a:path w="915035" h="823595">
                <a:moveTo>
                  <a:pt x="0" y="163791"/>
                </a:moveTo>
                <a:lnTo>
                  <a:pt x="457200" y="0"/>
                </a:lnTo>
                <a:lnTo>
                  <a:pt x="914755" y="163791"/>
                </a:lnTo>
                <a:lnTo>
                  <a:pt x="685800" y="163791"/>
                </a:lnTo>
                <a:lnTo>
                  <a:pt x="685800" y="659155"/>
                </a:lnTo>
                <a:lnTo>
                  <a:pt x="914755" y="659155"/>
                </a:lnTo>
                <a:lnTo>
                  <a:pt x="457200" y="823315"/>
                </a:lnTo>
                <a:lnTo>
                  <a:pt x="0" y="659155"/>
                </a:lnTo>
                <a:lnTo>
                  <a:pt x="228600" y="659155"/>
                </a:lnTo>
                <a:lnTo>
                  <a:pt x="228600" y="163791"/>
                </a:lnTo>
                <a:lnTo>
                  <a:pt x="0" y="163791"/>
                </a:lnTo>
                <a:close/>
              </a:path>
            </a:pathLst>
          </a:custGeom>
          <a:ln w="3175">
            <a:solidFill>
              <a:srgbClr val="3364A3"/>
            </a:solidFill>
          </a:ln>
        </p:spPr>
        <p:txBody>
          <a:bodyPr wrap="square" lIns="0" tIns="0" rIns="0" bIns="0" rtlCol="0"/>
          <a:lstStyle/>
          <a:p>
            <a:endParaRPr/>
          </a:p>
        </p:txBody>
      </p:sp>
      <p:sp>
        <p:nvSpPr>
          <p:cNvPr id="22" name="object 22">
            <a:extLst>
              <a:ext uri="{FF2B5EF4-FFF2-40B4-BE49-F238E27FC236}">
                <a16:creationId xmlns:a16="http://schemas.microsoft.com/office/drawing/2014/main" id="{4344292E-D081-40AA-8126-CD277D47CCF8}"/>
              </a:ext>
            </a:extLst>
          </p:cNvPr>
          <p:cNvSpPr/>
          <p:nvPr/>
        </p:nvSpPr>
        <p:spPr>
          <a:xfrm>
            <a:off x="1717128" y="2795312"/>
            <a:ext cx="915035" cy="823594"/>
          </a:xfrm>
          <a:custGeom>
            <a:avLst/>
            <a:gdLst/>
            <a:ahLst/>
            <a:cxnLst/>
            <a:rect l="l" t="t" r="r" b="b"/>
            <a:pathLst>
              <a:path w="915035" h="823595">
                <a:moveTo>
                  <a:pt x="914755" y="659155"/>
                </a:moveTo>
                <a:lnTo>
                  <a:pt x="0" y="659155"/>
                </a:lnTo>
                <a:lnTo>
                  <a:pt x="457200" y="823315"/>
                </a:lnTo>
                <a:lnTo>
                  <a:pt x="914755" y="659155"/>
                </a:lnTo>
                <a:close/>
              </a:path>
              <a:path w="915035" h="823595">
                <a:moveTo>
                  <a:pt x="685800" y="163791"/>
                </a:moveTo>
                <a:lnTo>
                  <a:pt x="228600" y="163791"/>
                </a:lnTo>
                <a:lnTo>
                  <a:pt x="228600" y="659155"/>
                </a:lnTo>
                <a:lnTo>
                  <a:pt x="685800" y="659155"/>
                </a:lnTo>
                <a:lnTo>
                  <a:pt x="685800" y="163791"/>
                </a:lnTo>
                <a:close/>
              </a:path>
              <a:path w="915035" h="823595">
                <a:moveTo>
                  <a:pt x="457200" y="0"/>
                </a:moveTo>
                <a:lnTo>
                  <a:pt x="0" y="163791"/>
                </a:lnTo>
                <a:lnTo>
                  <a:pt x="914755" y="163791"/>
                </a:lnTo>
                <a:lnTo>
                  <a:pt x="457200" y="0"/>
                </a:lnTo>
                <a:close/>
              </a:path>
            </a:pathLst>
          </a:custGeom>
          <a:solidFill>
            <a:srgbClr val="B2C9C6"/>
          </a:solidFill>
        </p:spPr>
        <p:txBody>
          <a:bodyPr wrap="square" lIns="0" tIns="0" rIns="0" bIns="0" rtlCol="0"/>
          <a:lstStyle/>
          <a:p>
            <a:endParaRPr/>
          </a:p>
        </p:txBody>
      </p:sp>
      <p:sp>
        <p:nvSpPr>
          <p:cNvPr id="23" name="object 23">
            <a:extLst>
              <a:ext uri="{FF2B5EF4-FFF2-40B4-BE49-F238E27FC236}">
                <a16:creationId xmlns:a16="http://schemas.microsoft.com/office/drawing/2014/main" id="{8A93E17C-0AD5-4B4D-810C-ED0381638834}"/>
              </a:ext>
            </a:extLst>
          </p:cNvPr>
          <p:cNvSpPr/>
          <p:nvPr/>
        </p:nvSpPr>
        <p:spPr>
          <a:xfrm>
            <a:off x="1717128" y="2795312"/>
            <a:ext cx="915035" cy="823594"/>
          </a:xfrm>
          <a:custGeom>
            <a:avLst/>
            <a:gdLst/>
            <a:ahLst/>
            <a:cxnLst/>
            <a:rect l="l" t="t" r="r" b="b"/>
            <a:pathLst>
              <a:path w="915035" h="823595">
                <a:moveTo>
                  <a:pt x="0" y="163791"/>
                </a:moveTo>
                <a:lnTo>
                  <a:pt x="457200" y="0"/>
                </a:lnTo>
                <a:lnTo>
                  <a:pt x="914755" y="163791"/>
                </a:lnTo>
                <a:lnTo>
                  <a:pt x="685800" y="163791"/>
                </a:lnTo>
                <a:lnTo>
                  <a:pt x="685800" y="659155"/>
                </a:lnTo>
                <a:lnTo>
                  <a:pt x="914755" y="659155"/>
                </a:lnTo>
                <a:lnTo>
                  <a:pt x="457200" y="823315"/>
                </a:lnTo>
                <a:lnTo>
                  <a:pt x="0" y="659155"/>
                </a:lnTo>
                <a:lnTo>
                  <a:pt x="228600" y="659155"/>
                </a:lnTo>
                <a:lnTo>
                  <a:pt x="228600" y="163791"/>
                </a:lnTo>
                <a:lnTo>
                  <a:pt x="0" y="163791"/>
                </a:lnTo>
                <a:close/>
              </a:path>
            </a:pathLst>
          </a:custGeom>
          <a:ln w="3175">
            <a:solidFill>
              <a:srgbClr val="3364A3"/>
            </a:solidFill>
          </a:ln>
        </p:spPr>
        <p:txBody>
          <a:bodyPr wrap="square" lIns="0" tIns="0" rIns="0" bIns="0" rtlCol="0"/>
          <a:lstStyle/>
          <a:p>
            <a:endParaRPr/>
          </a:p>
        </p:txBody>
      </p:sp>
      <p:sp>
        <p:nvSpPr>
          <p:cNvPr id="24" name="object 24">
            <a:extLst>
              <a:ext uri="{FF2B5EF4-FFF2-40B4-BE49-F238E27FC236}">
                <a16:creationId xmlns:a16="http://schemas.microsoft.com/office/drawing/2014/main" id="{6A570C0E-1AF5-4E60-9747-C146CB632741}"/>
              </a:ext>
            </a:extLst>
          </p:cNvPr>
          <p:cNvSpPr/>
          <p:nvPr/>
        </p:nvSpPr>
        <p:spPr>
          <a:xfrm>
            <a:off x="6959078" y="2885304"/>
            <a:ext cx="1737995" cy="915035"/>
          </a:xfrm>
          <a:custGeom>
            <a:avLst/>
            <a:gdLst/>
            <a:ahLst/>
            <a:cxnLst/>
            <a:rect l="l" t="t" r="r" b="b"/>
            <a:pathLst>
              <a:path w="1737995" h="915035">
                <a:moveTo>
                  <a:pt x="1585442" y="0"/>
                </a:moveTo>
                <a:lnTo>
                  <a:pt x="152641" y="0"/>
                </a:lnTo>
                <a:lnTo>
                  <a:pt x="132566" y="1333"/>
                </a:lnTo>
                <a:lnTo>
                  <a:pt x="94173" y="11696"/>
                </a:lnTo>
                <a:lnTo>
                  <a:pt x="59606" y="31571"/>
                </a:lnTo>
                <a:lnTo>
                  <a:pt x="31571" y="59606"/>
                </a:lnTo>
                <a:lnTo>
                  <a:pt x="11696" y="94173"/>
                </a:lnTo>
                <a:lnTo>
                  <a:pt x="1333" y="132566"/>
                </a:lnTo>
                <a:lnTo>
                  <a:pt x="0" y="762482"/>
                </a:lnTo>
                <a:lnTo>
                  <a:pt x="1333" y="782352"/>
                </a:lnTo>
                <a:lnTo>
                  <a:pt x="11696" y="820600"/>
                </a:lnTo>
                <a:lnTo>
                  <a:pt x="31571" y="855161"/>
                </a:lnTo>
                <a:lnTo>
                  <a:pt x="59606" y="883196"/>
                </a:lnTo>
                <a:lnTo>
                  <a:pt x="94173" y="903072"/>
                </a:lnTo>
                <a:lnTo>
                  <a:pt x="132566" y="913434"/>
                </a:lnTo>
                <a:lnTo>
                  <a:pt x="152641" y="914768"/>
                </a:lnTo>
                <a:lnTo>
                  <a:pt x="1585442" y="914768"/>
                </a:lnTo>
                <a:lnTo>
                  <a:pt x="1624774" y="909502"/>
                </a:lnTo>
                <a:lnTo>
                  <a:pt x="1661401" y="894245"/>
                </a:lnTo>
                <a:lnTo>
                  <a:pt x="1693084" y="870124"/>
                </a:lnTo>
                <a:lnTo>
                  <a:pt x="1717205" y="838441"/>
                </a:lnTo>
                <a:lnTo>
                  <a:pt x="1732462" y="801814"/>
                </a:lnTo>
                <a:lnTo>
                  <a:pt x="1737728" y="762482"/>
                </a:lnTo>
                <a:lnTo>
                  <a:pt x="1737359" y="152285"/>
                </a:lnTo>
                <a:lnTo>
                  <a:pt x="1737704" y="152285"/>
                </a:lnTo>
                <a:lnTo>
                  <a:pt x="1732462" y="112998"/>
                </a:lnTo>
                <a:lnTo>
                  <a:pt x="1717205" y="76326"/>
                </a:lnTo>
                <a:lnTo>
                  <a:pt x="1693084" y="44643"/>
                </a:lnTo>
                <a:lnTo>
                  <a:pt x="1661401" y="20523"/>
                </a:lnTo>
                <a:lnTo>
                  <a:pt x="1624774" y="5265"/>
                </a:lnTo>
                <a:lnTo>
                  <a:pt x="1605312" y="1333"/>
                </a:lnTo>
                <a:lnTo>
                  <a:pt x="1585442" y="0"/>
                </a:lnTo>
                <a:close/>
              </a:path>
              <a:path w="1737995" h="915035">
                <a:moveTo>
                  <a:pt x="1737704" y="152285"/>
                </a:moveTo>
                <a:lnTo>
                  <a:pt x="1737359" y="152285"/>
                </a:lnTo>
                <a:lnTo>
                  <a:pt x="1737728" y="152641"/>
                </a:lnTo>
                <a:lnTo>
                  <a:pt x="1737704" y="152285"/>
                </a:lnTo>
                <a:close/>
              </a:path>
            </a:pathLst>
          </a:custGeom>
          <a:solidFill>
            <a:srgbClr val="719ECE"/>
          </a:solidFill>
        </p:spPr>
        <p:txBody>
          <a:bodyPr wrap="square" lIns="0" tIns="0" rIns="0" bIns="0" rtlCol="0"/>
          <a:lstStyle/>
          <a:p>
            <a:endParaRPr/>
          </a:p>
        </p:txBody>
      </p:sp>
      <p:sp>
        <p:nvSpPr>
          <p:cNvPr id="25" name="object 25">
            <a:extLst>
              <a:ext uri="{FF2B5EF4-FFF2-40B4-BE49-F238E27FC236}">
                <a16:creationId xmlns:a16="http://schemas.microsoft.com/office/drawing/2014/main" id="{74D26B84-30FE-47A8-B139-F0565BAE4776}"/>
              </a:ext>
            </a:extLst>
          </p:cNvPr>
          <p:cNvSpPr/>
          <p:nvPr/>
        </p:nvSpPr>
        <p:spPr>
          <a:xfrm>
            <a:off x="6959078" y="2885304"/>
            <a:ext cx="1737995" cy="915035"/>
          </a:xfrm>
          <a:custGeom>
            <a:avLst/>
            <a:gdLst/>
            <a:ahLst/>
            <a:cxnLst/>
            <a:rect l="l" t="t" r="r" b="b"/>
            <a:pathLst>
              <a:path w="1737995" h="915035">
                <a:moveTo>
                  <a:pt x="152285" y="0"/>
                </a:moveTo>
                <a:lnTo>
                  <a:pt x="152641" y="0"/>
                </a:lnTo>
                <a:lnTo>
                  <a:pt x="132566" y="1333"/>
                </a:lnTo>
                <a:lnTo>
                  <a:pt x="112998" y="5265"/>
                </a:lnTo>
                <a:lnTo>
                  <a:pt x="76326" y="20523"/>
                </a:lnTo>
                <a:lnTo>
                  <a:pt x="44643" y="44643"/>
                </a:lnTo>
                <a:lnTo>
                  <a:pt x="20523" y="76326"/>
                </a:lnTo>
                <a:lnTo>
                  <a:pt x="5265" y="112998"/>
                </a:lnTo>
                <a:lnTo>
                  <a:pt x="0" y="152641"/>
                </a:lnTo>
                <a:lnTo>
                  <a:pt x="0" y="762126"/>
                </a:lnTo>
                <a:lnTo>
                  <a:pt x="0" y="762482"/>
                </a:lnTo>
                <a:lnTo>
                  <a:pt x="5265" y="801814"/>
                </a:lnTo>
                <a:lnTo>
                  <a:pt x="20523" y="838441"/>
                </a:lnTo>
                <a:lnTo>
                  <a:pt x="44643" y="870124"/>
                </a:lnTo>
                <a:lnTo>
                  <a:pt x="76326" y="894245"/>
                </a:lnTo>
                <a:lnTo>
                  <a:pt x="112998" y="909502"/>
                </a:lnTo>
                <a:lnTo>
                  <a:pt x="152641" y="914768"/>
                </a:lnTo>
                <a:lnTo>
                  <a:pt x="1585086" y="914768"/>
                </a:lnTo>
                <a:lnTo>
                  <a:pt x="1585442" y="914768"/>
                </a:lnTo>
                <a:lnTo>
                  <a:pt x="1624774" y="909502"/>
                </a:lnTo>
                <a:lnTo>
                  <a:pt x="1661401" y="894245"/>
                </a:lnTo>
                <a:lnTo>
                  <a:pt x="1693084" y="870124"/>
                </a:lnTo>
                <a:lnTo>
                  <a:pt x="1717205" y="838441"/>
                </a:lnTo>
                <a:lnTo>
                  <a:pt x="1732462" y="801814"/>
                </a:lnTo>
                <a:lnTo>
                  <a:pt x="1737728" y="762482"/>
                </a:lnTo>
                <a:lnTo>
                  <a:pt x="1737359" y="152285"/>
                </a:lnTo>
                <a:lnTo>
                  <a:pt x="1737728" y="152641"/>
                </a:lnTo>
                <a:lnTo>
                  <a:pt x="1736394" y="132566"/>
                </a:lnTo>
                <a:lnTo>
                  <a:pt x="1732462" y="112998"/>
                </a:lnTo>
                <a:lnTo>
                  <a:pt x="1717205" y="76326"/>
                </a:lnTo>
                <a:lnTo>
                  <a:pt x="1693084" y="44643"/>
                </a:lnTo>
                <a:lnTo>
                  <a:pt x="1661401" y="20523"/>
                </a:lnTo>
                <a:lnTo>
                  <a:pt x="1624774" y="5265"/>
                </a:lnTo>
                <a:lnTo>
                  <a:pt x="1585442" y="0"/>
                </a:lnTo>
                <a:lnTo>
                  <a:pt x="152285" y="0"/>
                </a:lnTo>
                <a:close/>
              </a:path>
            </a:pathLst>
          </a:custGeom>
          <a:ln w="3175">
            <a:solidFill>
              <a:srgbClr val="3364A3"/>
            </a:solidFill>
          </a:ln>
        </p:spPr>
        <p:txBody>
          <a:bodyPr wrap="square" lIns="0" tIns="0" rIns="0" bIns="0" rtlCol="0"/>
          <a:lstStyle/>
          <a:p>
            <a:endParaRPr/>
          </a:p>
        </p:txBody>
      </p:sp>
      <p:sp>
        <p:nvSpPr>
          <p:cNvPr id="26" name="object 26">
            <a:extLst>
              <a:ext uri="{FF2B5EF4-FFF2-40B4-BE49-F238E27FC236}">
                <a16:creationId xmlns:a16="http://schemas.microsoft.com/office/drawing/2014/main" id="{943BB0F7-EA1C-4FCF-B964-E9645D534A9A}"/>
              </a:ext>
            </a:extLst>
          </p:cNvPr>
          <p:cNvSpPr txBox="1"/>
          <p:nvPr/>
        </p:nvSpPr>
        <p:spPr>
          <a:xfrm>
            <a:off x="7494308" y="3131087"/>
            <a:ext cx="668655" cy="391795"/>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CPU</a:t>
            </a:r>
            <a:endParaRPr sz="2400">
              <a:latin typeface="Arial"/>
              <a:cs typeface="Arial"/>
            </a:endParaRPr>
          </a:p>
        </p:txBody>
      </p:sp>
      <p:sp>
        <p:nvSpPr>
          <p:cNvPr id="27" name="object 27">
            <a:extLst>
              <a:ext uri="{FF2B5EF4-FFF2-40B4-BE49-F238E27FC236}">
                <a16:creationId xmlns:a16="http://schemas.microsoft.com/office/drawing/2014/main" id="{70199986-E517-42F6-BC6B-C3842CD1B47B}"/>
              </a:ext>
            </a:extLst>
          </p:cNvPr>
          <p:cNvSpPr/>
          <p:nvPr/>
        </p:nvSpPr>
        <p:spPr>
          <a:xfrm>
            <a:off x="10075963" y="2885672"/>
            <a:ext cx="1737995" cy="915035"/>
          </a:xfrm>
          <a:custGeom>
            <a:avLst/>
            <a:gdLst/>
            <a:ahLst/>
            <a:cxnLst/>
            <a:rect l="l" t="t" r="r" b="b"/>
            <a:pathLst>
              <a:path w="1737995" h="915035">
                <a:moveTo>
                  <a:pt x="1585442" y="0"/>
                </a:moveTo>
                <a:lnTo>
                  <a:pt x="152641" y="0"/>
                </a:lnTo>
                <a:lnTo>
                  <a:pt x="132566" y="1331"/>
                </a:lnTo>
                <a:lnTo>
                  <a:pt x="94173" y="11685"/>
                </a:lnTo>
                <a:lnTo>
                  <a:pt x="59606" y="31558"/>
                </a:lnTo>
                <a:lnTo>
                  <a:pt x="31571" y="59593"/>
                </a:lnTo>
                <a:lnTo>
                  <a:pt x="11696" y="94160"/>
                </a:lnTo>
                <a:lnTo>
                  <a:pt x="1333" y="132553"/>
                </a:lnTo>
                <a:lnTo>
                  <a:pt x="0" y="762469"/>
                </a:lnTo>
                <a:lnTo>
                  <a:pt x="1333" y="782339"/>
                </a:lnTo>
                <a:lnTo>
                  <a:pt x="11696" y="820587"/>
                </a:lnTo>
                <a:lnTo>
                  <a:pt x="31571" y="855148"/>
                </a:lnTo>
                <a:lnTo>
                  <a:pt x="59606" y="883184"/>
                </a:lnTo>
                <a:lnTo>
                  <a:pt x="94173" y="903059"/>
                </a:lnTo>
                <a:lnTo>
                  <a:pt x="132566" y="913422"/>
                </a:lnTo>
                <a:lnTo>
                  <a:pt x="152641" y="914755"/>
                </a:lnTo>
                <a:lnTo>
                  <a:pt x="1585442" y="914755"/>
                </a:lnTo>
                <a:lnTo>
                  <a:pt x="1624774" y="909489"/>
                </a:lnTo>
                <a:lnTo>
                  <a:pt x="1661401" y="894232"/>
                </a:lnTo>
                <a:lnTo>
                  <a:pt x="1693084" y="870111"/>
                </a:lnTo>
                <a:lnTo>
                  <a:pt x="1717205" y="838428"/>
                </a:lnTo>
                <a:lnTo>
                  <a:pt x="1732456" y="801801"/>
                </a:lnTo>
                <a:lnTo>
                  <a:pt x="1737715" y="762469"/>
                </a:lnTo>
                <a:lnTo>
                  <a:pt x="1737359" y="152273"/>
                </a:lnTo>
                <a:lnTo>
                  <a:pt x="1737692" y="152273"/>
                </a:lnTo>
                <a:lnTo>
                  <a:pt x="1732456" y="112985"/>
                </a:lnTo>
                <a:lnTo>
                  <a:pt x="1717205" y="76314"/>
                </a:lnTo>
                <a:lnTo>
                  <a:pt x="1693084" y="44630"/>
                </a:lnTo>
                <a:lnTo>
                  <a:pt x="1661401" y="20510"/>
                </a:lnTo>
                <a:lnTo>
                  <a:pt x="1624774" y="5259"/>
                </a:lnTo>
                <a:lnTo>
                  <a:pt x="1605312" y="1331"/>
                </a:lnTo>
                <a:lnTo>
                  <a:pt x="1585442" y="0"/>
                </a:lnTo>
                <a:close/>
              </a:path>
              <a:path w="1737995" h="915035">
                <a:moveTo>
                  <a:pt x="1737692" y="152273"/>
                </a:moveTo>
                <a:lnTo>
                  <a:pt x="1737359" y="152273"/>
                </a:lnTo>
                <a:lnTo>
                  <a:pt x="1737715" y="152628"/>
                </a:lnTo>
                <a:lnTo>
                  <a:pt x="1737692" y="152273"/>
                </a:lnTo>
                <a:close/>
              </a:path>
            </a:pathLst>
          </a:custGeom>
          <a:solidFill>
            <a:srgbClr val="719ECE"/>
          </a:solidFill>
        </p:spPr>
        <p:txBody>
          <a:bodyPr wrap="square" lIns="0" tIns="0" rIns="0" bIns="0" rtlCol="0"/>
          <a:lstStyle/>
          <a:p>
            <a:endParaRPr/>
          </a:p>
        </p:txBody>
      </p:sp>
      <p:sp>
        <p:nvSpPr>
          <p:cNvPr id="28" name="object 28">
            <a:extLst>
              <a:ext uri="{FF2B5EF4-FFF2-40B4-BE49-F238E27FC236}">
                <a16:creationId xmlns:a16="http://schemas.microsoft.com/office/drawing/2014/main" id="{F12DEBF0-B854-4537-A4CE-5FB3BC3E917B}"/>
              </a:ext>
            </a:extLst>
          </p:cNvPr>
          <p:cNvSpPr/>
          <p:nvPr/>
        </p:nvSpPr>
        <p:spPr>
          <a:xfrm>
            <a:off x="10075963" y="2885672"/>
            <a:ext cx="1737995" cy="915035"/>
          </a:xfrm>
          <a:custGeom>
            <a:avLst/>
            <a:gdLst/>
            <a:ahLst/>
            <a:cxnLst/>
            <a:rect l="l" t="t" r="r" b="b"/>
            <a:pathLst>
              <a:path w="1737995" h="915035">
                <a:moveTo>
                  <a:pt x="152285" y="0"/>
                </a:moveTo>
                <a:lnTo>
                  <a:pt x="152641" y="0"/>
                </a:lnTo>
                <a:lnTo>
                  <a:pt x="132566" y="1331"/>
                </a:lnTo>
                <a:lnTo>
                  <a:pt x="112998" y="5259"/>
                </a:lnTo>
                <a:lnTo>
                  <a:pt x="76326" y="20510"/>
                </a:lnTo>
                <a:lnTo>
                  <a:pt x="44643" y="44630"/>
                </a:lnTo>
                <a:lnTo>
                  <a:pt x="20523" y="76314"/>
                </a:lnTo>
                <a:lnTo>
                  <a:pt x="5265" y="112985"/>
                </a:lnTo>
                <a:lnTo>
                  <a:pt x="0" y="152628"/>
                </a:lnTo>
                <a:lnTo>
                  <a:pt x="0" y="762114"/>
                </a:lnTo>
                <a:lnTo>
                  <a:pt x="0" y="762469"/>
                </a:lnTo>
                <a:lnTo>
                  <a:pt x="5265" y="801801"/>
                </a:lnTo>
                <a:lnTo>
                  <a:pt x="20523" y="838428"/>
                </a:lnTo>
                <a:lnTo>
                  <a:pt x="44643" y="870111"/>
                </a:lnTo>
                <a:lnTo>
                  <a:pt x="76326" y="894232"/>
                </a:lnTo>
                <a:lnTo>
                  <a:pt x="112998" y="909489"/>
                </a:lnTo>
                <a:lnTo>
                  <a:pt x="152641" y="914755"/>
                </a:lnTo>
                <a:lnTo>
                  <a:pt x="1585086" y="914755"/>
                </a:lnTo>
                <a:lnTo>
                  <a:pt x="1585442" y="914755"/>
                </a:lnTo>
                <a:lnTo>
                  <a:pt x="1624774" y="909489"/>
                </a:lnTo>
                <a:lnTo>
                  <a:pt x="1661401" y="894232"/>
                </a:lnTo>
                <a:lnTo>
                  <a:pt x="1693084" y="870111"/>
                </a:lnTo>
                <a:lnTo>
                  <a:pt x="1717205" y="838428"/>
                </a:lnTo>
                <a:lnTo>
                  <a:pt x="1732456" y="801801"/>
                </a:lnTo>
                <a:lnTo>
                  <a:pt x="1737715" y="762469"/>
                </a:lnTo>
                <a:lnTo>
                  <a:pt x="1737359" y="152273"/>
                </a:lnTo>
                <a:lnTo>
                  <a:pt x="1737715" y="152628"/>
                </a:lnTo>
                <a:lnTo>
                  <a:pt x="1736384" y="132553"/>
                </a:lnTo>
                <a:lnTo>
                  <a:pt x="1732456" y="112985"/>
                </a:lnTo>
                <a:lnTo>
                  <a:pt x="1717205" y="76314"/>
                </a:lnTo>
                <a:lnTo>
                  <a:pt x="1693084" y="44630"/>
                </a:lnTo>
                <a:lnTo>
                  <a:pt x="1661401" y="20510"/>
                </a:lnTo>
                <a:lnTo>
                  <a:pt x="1624774" y="5259"/>
                </a:lnTo>
                <a:lnTo>
                  <a:pt x="1585442" y="0"/>
                </a:lnTo>
                <a:lnTo>
                  <a:pt x="152285" y="0"/>
                </a:lnTo>
                <a:close/>
              </a:path>
            </a:pathLst>
          </a:custGeom>
          <a:ln w="3175">
            <a:solidFill>
              <a:srgbClr val="3364A3"/>
            </a:solidFill>
          </a:ln>
        </p:spPr>
        <p:txBody>
          <a:bodyPr wrap="square" lIns="0" tIns="0" rIns="0" bIns="0" rtlCol="0"/>
          <a:lstStyle/>
          <a:p>
            <a:endParaRPr/>
          </a:p>
        </p:txBody>
      </p:sp>
      <p:sp>
        <p:nvSpPr>
          <p:cNvPr id="29" name="object 29">
            <a:extLst>
              <a:ext uri="{FF2B5EF4-FFF2-40B4-BE49-F238E27FC236}">
                <a16:creationId xmlns:a16="http://schemas.microsoft.com/office/drawing/2014/main" id="{29BC4274-AEEF-46D8-93C4-1AD6FC7423C0}"/>
              </a:ext>
            </a:extLst>
          </p:cNvPr>
          <p:cNvSpPr txBox="1"/>
          <p:nvPr/>
        </p:nvSpPr>
        <p:spPr>
          <a:xfrm>
            <a:off x="10610823" y="3131087"/>
            <a:ext cx="668655" cy="391795"/>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CPU</a:t>
            </a:r>
            <a:endParaRPr sz="2400">
              <a:latin typeface="Arial"/>
              <a:cs typeface="Arial"/>
            </a:endParaRPr>
          </a:p>
        </p:txBody>
      </p:sp>
      <p:sp>
        <p:nvSpPr>
          <p:cNvPr id="30" name="object 30">
            <a:extLst>
              <a:ext uri="{FF2B5EF4-FFF2-40B4-BE49-F238E27FC236}">
                <a16:creationId xmlns:a16="http://schemas.microsoft.com/office/drawing/2014/main" id="{800D153C-C4DD-457A-8E23-D5A25D05FA90}"/>
              </a:ext>
            </a:extLst>
          </p:cNvPr>
          <p:cNvSpPr/>
          <p:nvPr/>
        </p:nvSpPr>
        <p:spPr>
          <a:xfrm>
            <a:off x="6992924" y="4397671"/>
            <a:ext cx="1670050" cy="915035"/>
          </a:xfrm>
          <a:custGeom>
            <a:avLst/>
            <a:gdLst/>
            <a:ahLst/>
            <a:cxnLst/>
            <a:rect l="l" t="t" r="r" b="b"/>
            <a:pathLst>
              <a:path w="1670050" h="915035">
                <a:moveTo>
                  <a:pt x="1517396" y="0"/>
                </a:moveTo>
                <a:lnTo>
                  <a:pt x="152641" y="0"/>
                </a:lnTo>
                <a:lnTo>
                  <a:pt x="132565" y="1333"/>
                </a:lnTo>
                <a:lnTo>
                  <a:pt x="94167" y="11690"/>
                </a:lnTo>
                <a:lnTo>
                  <a:pt x="59601" y="31560"/>
                </a:lnTo>
                <a:lnTo>
                  <a:pt x="31571" y="59599"/>
                </a:lnTo>
                <a:lnTo>
                  <a:pt x="11696" y="94156"/>
                </a:lnTo>
                <a:lnTo>
                  <a:pt x="1333" y="132408"/>
                </a:lnTo>
                <a:lnTo>
                  <a:pt x="0" y="152273"/>
                </a:lnTo>
                <a:lnTo>
                  <a:pt x="0" y="762469"/>
                </a:lnTo>
                <a:lnTo>
                  <a:pt x="5265" y="801803"/>
                </a:lnTo>
                <a:lnTo>
                  <a:pt x="20523" y="838441"/>
                </a:lnTo>
                <a:lnTo>
                  <a:pt x="44642" y="870113"/>
                </a:lnTo>
                <a:lnTo>
                  <a:pt x="76314" y="894232"/>
                </a:lnTo>
                <a:lnTo>
                  <a:pt x="112996" y="909489"/>
                </a:lnTo>
                <a:lnTo>
                  <a:pt x="152641" y="914755"/>
                </a:lnTo>
                <a:lnTo>
                  <a:pt x="1517396" y="914755"/>
                </a:lnTo>
                <a:lnTo>
                  <a:pt x="1556727" y="909489"/>
                </a:lnTo>
                <a:lnTo>
                  <a:pt x="1593354" y="894232"/>
                </a:lnTo>
                <a:lnTo>
                  <a:pt x="1625038" y="870113"/>
                </a:lnTo>
                <a:lnTo>
                  <a:pt x="1649158" y="838441"/>
                </a:lnTo>
                <a:lnTo>
                  <a:pt x="1664415" y="801803"/>
                </a:lnTo>
                <a:lnTo>
                  <a:pt x="1669681" y="762469"/>
                </a:lnTo>
                <a:lnTo>
                  <a:pt x="1669681" y="152273"/>
                </a:lnTo>
                <a:lnTo>
                  <a:pt x="1664415" y="112945"/>
                </a:lnTo>
                <a:lnTo>
                  <a:pt x="1649158" y="76314"/>
                </a:lnTo>
                <a:lnTo>
                  <a:pt x="1625038" y="44635"/>
                </a:lnTo>
                <a:lnTo>
                  <a:pt x="1593354" y="20510"/>
                </a:lnTo>
                <a:lnTo>
                  <a:pt x="1556727" y="5264"/>
                </a:lnTo>
                <a:lnTo>
                  <a:pt x="1517396" y="0"/>
                </a:lnTo>
                <a:close/>
              </a:path>
            </a:pathLst>
          </a:custGeom>
          <a:solidFill>
            <a:srgbClr val="3EAE45"/>
          </a:solidFill>
        </p:spPr>
        <p:txBody>
          <a:bodyPr wrap="square" lIns="0" tIns="0" rIns="0" bIns="0" rtlCol="0"/>
          <a:lstStyle/>
          <a:p>
            <a:endParaRPr/>
          </a:p>
        </p:txBody>
      </p:sp>
      <p:sp>
        <p:nvSpPr>
          <p:cNvPr id="31" name="object 31">
            <a:extLst>
              <a:ext uri="{FF2B5EF4-FFF2-40B4-BE49-F238E27FC236}">
                <a16:creationId xmlns:a16="http://schemas.microsoft.com/office/drawing/2014/main" id="{10840519-785D-4447-BC5D-2BA1EEC796A1}"/>
              </a:ext>
            </a:extLst>
          </p:cNvPr>
          <p:cNvSpPr/>
          <p:nvPr/>
        </p:nvSpPr>
        <p:spPr>
          <a:xfrm>
            <a:off x="6992924" y="4397671"/>
            <a:ext cx="1670050" cy="915035"/>
          </a:xfrm>
          <a:custGeom>
            <a:avLst/>
            <a:gdLst/>
            <a:ahLst/>
            <a:cxnLst/>
            <a:rect l="l" t="t" r="r" b="b"/>
            <a:pathLst>
              <a:path w="1670050" h="915035">
                <a:moveTo>
                  <a:pt x="152285" y="0"/>
                </a:moveTo>
                <a:lnTo>
                  <a:pt x="152641" y="0"/>
                </a:lnTo>
                <a:lnTo>
                  <a:pt x="132565" y="1333"/>
                </a:lnTo>
                <a:lnTo>
                  <a:pt x="112996" y="5264"/>
                </a:lnTo>
                <a:lnTo>
                  <a:pt x="76314" y="20510"/>
                </a:lnTo>
                <a:lnTo>
                  <a:pt x="44642" y="44635"/>
                </a:lnTo>
                <a:lnTo>
                  <a:pt x="20523" y="76314"/>
                </a:lnTo>
                <a:lnTo>
                  <a:pt x="5265" y="112945"/>
                </a:lnTo>
                <a:lnTo>
                  <a:pt x="0" y="152273"/>
                </a:lnTo>
                <a:lnTo>
                  <a:pt x="0" y="762114"/>
                </a:lnTo>
                <a:lnTo>
                  <a:pt x="0" y="762469"/>
                </a:lnTo>
                <a:lnTo>
                  <a:pt x="5265" y="801803"/>
                </a:lnTo>
                <a:lnTo>
                  <a:pt x="20523" y="838441"/>
                </a:lnTo>
                <a:lnTo>
                  <a:pt x="44642" y="870113"/>
                </a:lnTo>
                <a:lnTo>
                  <a:pt x="76314" y="894232"/>
                </a:lnTo>
                <a:lnTo>
                  <a:pt x="112996" y="909489"/>
                </a:lnTo>
                <a:lnTo>
                  <a:pt x="152641" y="914755"/>
                </a:lnTo>
                <a:lnTo>
                  <a:pt x="1517040" y="914755"/>
                </a:lnTo>
                <a:lnTo>
                  <a:pt x="1517396" y="914755"/>
                </a:lnTo>
                <a:lnTo>
                  <a:pt x="1556727" y="909489"/>
                </a:lnTo>
                <a:lnTo>
                  <a:pt x="1593354" y="894232"/>
                </a:lnTo>
                <a:lnTo>
                  <a:pt x="1625038" y="870113"/>
                </a:lnTo>
                <a:lnTo>
                  <a:pt x="1649158" y="838441"/>
                </a:lnTo>
                <a:lnTo>
                  <a:pt x="1664415" y="801803"/>
                </a:lnTo>
                <a:lnTo>
                  <a:pt x="1669681" y="762469"/>
                </a:lnTo>
                <a:lnTo>
                  <a:pt x="1669681" y="152273"/>
                </a:lnTo>
                <a:lnTo>
                  <a:pt x="1668348" y="132408"/>
                </a:lnTo>
                <a:lnTo>
                  <a:pt x="1664415" y="112945"/>
                </a:lnTo>
                <a:lnTo>
                  <a:pt x="1649158" y="76314"/>
                </a:lnTo>
                <a:lnTo>
                  <a:pt x="1625038" y="44635"/>
                </a:lnTo>
                <a:lnTo>
                  <a:pt x="1593354" y="20510"/>
                </a:lnTo>
                <a:lnTo>
                  <a:pt x="1556727" y="5264"/>
                </a:lnTo>
                <a:lnTo>
                  <a:pt x="1517396" y="0"/>
                </a:lnTo>
                <a:lnTo>
                  <a:pt x="152285" y="0"/>
                </a:lnTo>
                <a:close/>
              </a:path>
            </a:pathLst>
          </a:custGeom>
          <a:ln w="3175">
            <a:solidFill>
              <a:srgbClr val="3364A3"/>
            </a:solidFill>
          </a:ln>
        </p:spPr>
        <p:txBody>
          <a:bodyPr wrap="square" lIns="0" tIns="0" rIns="0" bIns="0" rtlCol="0"/>
          <a:lstStyle/>
          <a:p>
            <a:endParaRPr/>
          </a:p>
        </p:txBody>
      </p:sp>
      <p:sp>
        <p:nvSpPr>
          <p:cNvPr id="32" name="object 32">
            <a:extLst>
              <a:ext uri="{FF2B5EF4-FFF2-40B4-BE49-F238E27FC236}">
                <a16:creationId xmlns:a16="http://schemas.microsoft.com/office/drawing/2014/main" id="{36AB40AF-E983-4508-915B-E871CB9EE1DC}"/>
              </a:ext>
            </a:extLst>
          </p:cNvPr>
          <p:cNvSpPr txBox="1"/>
          <p:nvPr/>
        </p:nvSpPr>
        <p:spPr>
          <a:xfrm>
            <a:off x="7230059" y="4642730"/>
            <a:ext cx="1195070" cy="391795"/>
          </a:xfrm>
          <a:prstGeom prst="rect">
            <a:avLst/>
          </a:prstGeom>
        </p:spPr>
        <p:txBody>
          <a:bodyPr vert="horz" wrap="square" lIns="0" tIns="12700" rIns="0" bIns="0" rtlCol="0">
            <a:spAutoFit/>
          </a:bodyPr>
          <a:lstStyle/>
          <a:p>
            <a:pPr marL="12700">
              <a:lnSpc>
                <a:spcPct val="100000"/>
              </a:lnSpc>
              <a:spcBef>
                <a:spcPts val="100"/>
              </a:spcBef>
            </a:pPr>
            <a:r>
              <a:rPr sz="2400" b="1" spc="0" dirty="0">
                <a:latin typeface="Arial"/>
                <a:cs typeface="Arial"/>
              </a:rPr>
              <a:t>M</a:t>
            </a:r>
            <a:r>
              <a:rPr sz="2400" b="1" spc="-10" dirty="0">
                <a:latin typeface="Arial"/>
                <a:cs typeface="Arial"/>
              </a:rPr>
              <a:t>e</a:t>
            </a:r>
            <a:r>
              <a:rPr sz="2400" b="1" spc="-5" dirty="0">
                <a:latin typeface="Arial"/>
                <a:cs typeface="Arial"/>
              </a:rPr>
              <a:t>m</a:t>
            </a:r>
            <a:r>
              <a:rPr sz="2400" b="1" dirty="0">
                <a:latin typeface="Arial"/>
                <a:cs typeface="Arial"/>
              </a:rPr>
              <a:t>o</a:t>
            </a:r>
            <a:r>
              <a:rPr sz="2400" b="1" spc="-10" dirty="0">
                <a:latin typeface="Arial"/>
                <a:cs typeface="Arial"/>
              </a:rPr>
              <a:t>r</a:t>
            </a:r>
            <a:r>
              <a:rPr sz="2400" b="1" dirty="0">
                <a:latin typeface="Arial"/>
                <a:cs typeface="Arial"/>
              </a:rPr>
              <a:t>y</a:t>
            </a:r>
            <a:endParaRPr sz="2400">
              <a:latin typeface="Arial"/>
              <a:cs typeface="Arial"/>
            </a:endParaRPr>
          </a:p>
        </p:txBody>
      </p:sp>
      <p:sp>
        <p:nvSpPr>
          <p:cNvPr id="33" name="object 33">
            <a:extLst>
              <a:ext uri="{FF2B5EF4-FFF2-40B4-BE49-F238E27FC236}">
                <a16:creationId xmlns:a16="http://schemas.microsoft.com/office/drawing/2014/main" id="{083228D3-AC7A-48E1-873E-8FD2094FAAB2}"/>
              </a:ext>
            </a:extLst>
          </p:cNvPr>
          <p:cNvSpPr txBox="1"/>
          <p:nvPr/>
        </p:nvSpPr>
        <p:spPr>
          <a:xfrm>
            <a:off x="8899029" y="1419648"/>
            <a:ext cx="1401445" cy="421640"/>
          </a:xfrm>
          <a:prstGeom prst="rect">
            <a:avLst/>
          </a:prstGeom>
        </p:spPr>
        <p:txBody>
          <a:bodyPr vert="horz" wrap="square" lIns="0" tIns="12700" rIns="0" bIns="0" rtlCol="0">
            <a:spAutoFit/>
          </a:bodyPr>
          <a:lstStyle/>
          <a:p>
            <a:pPr marL="12700">
              <a:lnSpc>
                <a:spcPct val="100000"/>
              </a:lnSpc>
              <a:spcBef>
                <a:spcPts val="100"/>
              </a:spcBef>
            </a:pPr>
            <a:r>
              <a:rPr sz="2600" spc="465" dirty="0">
                <a:latin typeface="Tahoma"/>
                <a:cs typeface="Tahoma"/>
              </a:rPr>
              <a:t>…</a:t>
            </a:r>
            <a:r>
              <a:rPr sz="2600" spc="-484" dirty="0">
                <a:latin typeface="Tahoma"/>
                <a:cs typeface="Tahoma"/>
              </a:rPr>
              <a:t> </a:t>
            </a:r>
            <a:r>
              <a:rPr sz="2600" spc="100" dirty="0">
                <a:latin typeface="Tahoma"/>
                <a:cs typeface="Tahoma"/>
              </a:rPr>
              <a:t>to </a:t>
            </a:r>
            <a:r>
              <a:rPr sz="2600" spc="75" dirty="0">
                <a:latin typeface="Tahoma"/>
                <a:cs typeface="Tahoma"/>
              </a:rPr>
              <a:t>this</a:t>
            </a:r>
            <a:endParaRPr sz="2600">
              <a:latin typeface="Tahoma"/>
              <a:cs typeface="Tahoma"/>
            </a:endParaRPr>
          </a:p>
        </p:txBody>
      </p:sp>
      <p:sp>
        <p:nvSpPr>
          <p:cNvPr id="34" name="object 34">
            <a:extLst>
              <a:ext uri="{FF2B5EF4-FFF2-40B4-BE49-F238E27FC236}">
                <a16:creationId xmlns:a16="http://schemas.microsoft.com/office/drawing/2014/main" id="{416D4648-CA59-4616-A25C-27C08C88ED41}"/>
              </a:ext>
            </a:extLst>
          </p:cNvPr>
          <p:cNvSpPr/>
          <p:nvPr/>
        </p:nvSpPr>
        <p:spPr>
          <a:xfrm>
            <a:off x="10109808" y="4398026"/>
            <a:ext cx="1670050" cy="915035"/>
          </a:xfrm>
          <a:custGeom>
            <a:avLst/>
            <a:gdLst/>
            <a:ahLst/>
            <a:cxnLst/>
            <a:rect l="l" t="t" r="r" b="b"/>
            <a:pathLst>
              <a:path w="1670050" h="915035">
                <a:moveTo>
                  <a:pt x="1517396" y="0"/>
                </a:moveTo>
                <a:lnTo>
                  <a:pt x="152641" y="0"/>
                </a:lnTo>
                <a:lnTo>
                  <a:pt x="132564" y="1333"/>
                </a:lnTo>
                <a:lnTo>
                  <a:pt x="94162" y="11696"/>
                </a:lnTo>
                <a:lnTo>
                  <a:pt x="59599" y="31571"/>
                </a:lnTo>
                <a:lnTo>
                  <a:pt x="31560" y="59601"/>
                </a:lnTo>
                <a:lnTo>
                  <a:pt x="11690" y="94167"/>
                </a:lnTo>
                <a:lnTo>
                  <a:pt x="1333" y="132565"/>
                </a:lnTo>
                <a:lnTo>
                  <a:pt x="0" y="762482"/>
                </a:lnTo>
                <a:lnTo>
                  <a:pt x="1333" y="782346"/>
                </a:lnTo>
                <a:lnTo>
                  <a:pt x="11690" y="820598"/>
                </a:lnTo>
                <a:lnTo>
                  <a:pt x="31560" y="855156"/>
                </a:lnTo>
                <a:lnTo>
                  <a:pt x="59599" y="883195"/>
                </a:lnTo>
                <a:lnTo>
                  <a:pt x="94162" y="903064"/>
                </a:lnTo>
                <a:lnTo>
                  <a:pt x="132564" y="913422"/>
                </a:lnTo>
                <a:lnTo>
                  <a:pt x="152641" y="914755"/>
                </a:lnTo>
                <a:lnTo>
                  <a:pt x="1517396" y="914755"/>
                </a:lnTo>
                <a:lnTo>
                  <a:pt x="1556727" y="909491"/>
                </a:lnTo>
                <a:lnTo>
                  <a:pt x="1593354" y="894245"/>
                </a:lnTo>
                <a:lnTo>
                  <a:pt x="1625038" y="870119"/>
                </a:lnTo>
                <a:lnTo>
                  <a:pt x="1649158" y="838441"/>
                </a:lnTo>
                <a:lnTo>
                  <a:pt x="1664415" y="801809"/>
                </a:lnTo>
                <a:lnTo>
                  <a:pt x="1669681" y="762482"/>
                </a:lnTo>
                <a:lnTo>
                  <a:pt x="1669658" y="152285"/>
                </a:lnTo>
                <a:lnTo>
                  <a:pt x="1664415" y="112996"/>
                </a:lnTo>
                <a:lnTo>
                  <a:pt x="1649158" y="76314"/>
                </a:lnTo>
                <a:lnTo>
                  <a:pt x="1625038" y="44642"/>
                </a:lnTo>
                <a:lnTo>
                  <a:pt x="1593354" y="20523"/>
                </a:lnTo>
                <a:lnTo>
                  <a:pt x="1556727" y="5265"/>
                </a:lnTo>
                <a:lnTo>
                  <a:pt x="1517396" y="0"/>
                </a:lnTo>
                <a:close/>
              </a:path>
            </a:pathLst>
          </a:custGeom>
          <a:solidFill>
            <a:srgbClr val="3EAE45"/>
          </a:solidFill>
        </p:spPr>
        <p:txBody>
          <a:bodyPr wrap="square" lIns="0" tIns="0" rIns="0" bIns="0" rtlCol="0"/>
          <a:lstStyle/>
          <a:p>
            <a:endParaRPr/>
          </a:p>
        </p:txBody>
      </p:sp>
      <p:sp>
        <p:nvSpPr>
          <p:cNvPr id="35" name="object 35">
            <a:extLst>
              <a:ext uri="{FF2B5EF4-FFF2-40B4-BE49-F238E27FC236}">
                <a16:creationId xmlns:a16="http://schemas.microsoft.com/office/drawing/2014/main" id="{9660F999-2A34-4216-9561-4408041E7FAB}"/>
              </a:ext>
            </a:extLst>
          </p:cNvPr>
          <p:cNvSpPr/>
          <p:nvPr/>
        </p:nvSpPr>
        <p:spPr>
          <a:xfrm>
            <a:off x="10109808" y="4398026"/>
            <a:ext cx="1670050" cy="915035"/>
          </a:xfrm>
          <a:custGeom>
            <a:avLst/>
            <a:gdLst/>
            <a:ahLst/>
            <a:cxnLst/>
            <a:rect l="l" t="t" r="r" b="b"/>
            <a:pathLst>
              <a:path w="1670050" h="915035">
                <a:moveTo>
                  <a:pt x="152273" y="0"/>
                </a:moveTo>
                <a:lnTo>
                  <a:pt x="152641" y="0"/>
                </a:lnTo>
                <a:lnTo>
                  <a:pt x="132564" y="1333"/>
                </a:lnTo>
                <a:lnTo>
                  <a:pt x="112991" y="5265"/>
                </a:lnTo>
                <a:lnTo>
                  <a:pt x="76314" y="20523"/>
                </a:lnTo>
                <a:lnTo>
                  <a:pt x="44635" y="44642"/>
                </a:lnTo>
                <a:lnTo>
                  <a:pt x="20510" y="76314"/>
                </a:lnTo>
                <a:lnTo>
                  <a:pt x="5264" y="112996"/>
                </a:lnTo>
                <a:lnTo>
                  <a:pt x="0" y="152641"/>
                </a:lnTo>
                <a:lnTo>
                  <a:pt x="0" y="762114"/>
                </a:lnTo>
                <a:lnTo>
                  <a:pt x="0" y="762482"/>
                </a:lnTo>
                <a:lnTo>
                  <a:pt x="5264" y="801809"/>
                </a:lnTo>
                <a:lnTo>
                  <a:pt x="20510" y="838441"/>
                </a:lnTo>
                <a:lnTo>
                  <a:pt x="44635" y="870119"/>
                </a:lnTo>
                <a:lnTo>
                  <a:pt x="76314" y="894245"/>
                </a:lnTo>
                <a:lnTo>
                  <a:pt x="112991" y="909491"/>
                </a:lnTo>
                <a:lnTo>
                  <a:pt x="152641" y="914755"/>
                </a:lnTo>
                <a:lnTo>
                  <a:pt x="1517040" y="914755"/>
                </a:lnTo>
                <a:lnTo>
                  <a:pt x="1517396" y="914755"/>
                </a:lnTo>
                <a:lnTo>
                  <a:pt x="1556727" y="909491"/>
                </a:lnTo>
                <a:lnTo>
                  <a:pt x="1593354" y="894245"/>
                </a:lnTo>
                <a:lnTo>
                  <a:pt x="1625038" y="870119"/>
                </a:lnTo>
                <a:lnTo>
                  <a:pt x="1649158" y="838441"/>
                </a:lnTo>
                <a:lnTo>
                  <a:pt x="1664415" y="801809"/>
                </a:lnTo>
                <a:lnTo>
                  <a:pt x="1669681" y="762482"/>
                </a:lnTo>
                <a:lnTo>
                  <a:pt x="1669681" y="152285"/>
                </a:lnTo>
                <a:lnTo>
                  <a:pt x="1669681" y="152641"/>
                </a:lnTo>
                <a:lnTo>
                  <a:pt x="1668348" y="132565"/>
                </a:lnTo>
                <a:lnTo>
                  <a:pt x="1664415" y="112996"/>
                </a:lnTo>
                <a:lnTo>
                  <a:pt x="1649158" y="76314"/>
                </a:lnTo>
                <a:lnTo>
                  <a:pt x="1625038" y="44642"/>
                </a:lnTo>
                <a:lnTo>
                  <a:pt x="1593354" y="20523"/>
                </a:lnTo>
                <a:lnTo>
                  <a:pt x="1556727" y="5265"/>
                </a:lnTo>
                <a:lnTo>
                  <a:pt x="1517396" y="0"/>
                </a:lnTo>
                <a:lnTo>
                  <a:pt x="152273" y="0"/>
                </a:lnTo>
                <a:close/>
              </a:path>
            </a:pathLst>
          </a:custGeom>
          <a:ln w="3175">
            <a:solidFill>
              <a:srgbClr val="3364A3"/>
            </a:solidFill>
          </a:ln>
        </p:spPr>
        <p:txBody>
          <a:bodyPr wrap="square" lIns="0" tIns="0" rIns="0" bIns="0" rtlCol="0"/>
          <a:lstStyle/>
          <a:p>
            <a:endParaRPr/>
          </a:p>
        </p:txBody>
      </p:sp>
      <p:sp>
        <p:nvSpPr>
          <p:cNvPr id="36" name="object 36">
            <a:extLst>
              <a:ext uri="{FF2B5EF4-FFF2-40B4-BE49-F238E27FC236}">
                <a16:creationId xmlns:a16="http://schemas.microsoft.com/office/drawing/2014/main" id="{16514C39-C1D8-463B-B079-2EFECCA81138}"/>
              </a:ext>
            </a:extLst>
          </p:cNvPr>
          <p:cNvSpPr txBox="1"/>
          <p:nvPr/>
        </p:nvSpPr>
        <p:spPr>
          <a:xfrm>
            <a:off x="10346588" y="4643809"/>
            <a:ext cx="1195705" cy="391795"/>
          </a:xfrm>
          <a:prstGeom prst="rect">
            <a:avLst/>
          </a:prstGeom>
        </p:spPr>
        <p:txBody>
          <a:bodyPr vert="horz" wrap="square" lIns="0" tIns="12700" rIns="0" bIns="0" rtlCol="0">
            <a:spAutoFit/>
          </a:bodyPr>
          <a:lstStyle/>
          <a:p>
            <a:pPr marL="12700">
              <a:lnSpc>
                <a:spcPct val="100000"/>
              </a:lnSpc>
              <a:spcBef>
                <a:spcPts val="100"/>
              </a:spcBef>
            </a:pPr>
            <a:r>
              <a:rPr sz="2400" b="1" spc="0" dirty="0">
                <a:latin typeface="Arial"/>
                <a:cs typeface="Arial"/>
              </a:rPr>
              <a:t>M</a:t>
            </a:r>
            <a:r>
              <a:rPr sz="2400" b="1" spc="-10" dirty="0">
                <a:latin typeface="Arial"/>
                <a:cs typeface="Arial"/>
              </a:rPr>
              <a:t>e</a:t>
            </a:r>
            <a:r>
              <a:rPr sz="2400" b="1" dirty="0">
                <a:latin typeface="Arial"/>
                <a:cs typeface="Arial"/>
              </a:rPr>
              <a:t>m</a:t>
            </a:r>
            <a:r>
              <a:rPr sz="2400" b="1" spc="-10" dirty="0">
                <a:latin typeface="Arial"/>
                <a:cs typeface="Arial"/>
              </a:rPr>
              <a:t>o</a:t>
            </a:r>
            <a:r>
              <a:rPr sz="2400" b="1" dirty="0">
                <a:latin typeface="Arial"/>
                <a:cs typeface="Arial"/>
              </a:rPr>
              <a:t>ry</a:t>
            </a:r>
            <a:endParaRPr sz="2400">
              <a:latin typeface="Arial"/>
              <a:cs typeface="Arial"/>
            </a:endParaRPr>
          </a:p>
        </p:txBody>
      </p:sp>
      <p:sp>
        <p:nvSpPr>
          <p:cNvPr id="37" name="object 37">
            <a:extLst>
              <a:ext uri="{FF2B5EF4-FFF2-40B4-BE49-F238E27FC236}">
                <a16:creationId xmlns:a16="http://schemas.microsoft.com/office/drawing/2014/main" id="{30CF5F80-2888-4691-9E84-B393E406984E}"/>
              </a:ext>
            </a:extLst>
          </p:cNvPr>
          <p:cNvSpPr/>
          <p:nvPr/>
        </p:nvSpPr>
        <p:spPr>
          <a:xfrm>
            <a:off x="8291804" y="2862622"/>
            <a:ext cx="2195195" cy="1013460"/>
          </a:xfrm>
          <a:custGeom>
            <a:avLst/>
            <a:gdLst/>
            <a:ahLst/>
            <a:cxnLst/>
            <a:rect l="l" t="t" r="r" b="b"/>
            <a:pathLst>
              <a:path w="2195195" h="1013460">
                <a:moveTo>
                  <a:pt x="436676" y="0"/>
                </a:moveTo>
                <a:lnTo>
                  <a:pt x="0" y="506526"/>
                </a:lnTo>
                <a:lnTo>
                  <a:pt x="436676" y="1013409"/>
                </a:lnTo>
                <a:lnTo>
                  <a:pt x="436676" y="759967"/>
                </a:lnTo>
                <a:lnTo>
                  <a:pt x="1976399" y="759967"/>
                </a:lnTo>
                <a:lnTo>
                  <a:pt x="2194915" y="506526"/>
                </a:lnTo>
                <a:lnTo>
                  <a:pt x="1976245" y="253085"/>
                </a:lnTo>
                <a:lnTo>
                  <a:pt x="436676" y="253085"/>
                </a:lnTo>
                <a:lnTo>
                  <a:pt x="436676" y="0"/>
                </a:lnTo>
                <a:close/>
              </a:path>
              <a:path w="2195195" h="1013460">
                <a:moveTo>
                  <a:pt x="1976399" y="759967"/>
                </a:moveTo>
                <a:lnTo>
                  <a:pt x="1757883" y="759967"/>
                </a:lnTo>
                <a:lnTo>
                  <a:pt x="1757883" y="1013409"/>
                </a:lnTo>
                <a:lnTo>
                  <a:pt x="1976399" y="759967"/>
                </a:lnTo>
                <a:close/>
              </a:path>
              <a:path w="2195195" h="1013460">
                <a:moveTo>
                  <a:pt x="1757883" y="0"/>
                </a:moveTo>
                <a:lnTo>
                  <a:pt x="1757883" y="253085"/>
                </a:lnTo>
                <a:lnTo>
                  <a:pt x="1976245" y="253085"/>
                </a:lnTo>
                <a:lnTo>
                  <a:pt x="1757883" y="0"/>
                </a:lnTo>
                <a:close/>
              </a:path>
            </a:pathLst>
          </a:custGeom>
          <a:solidFill>
            <a:srgbClr val="FFB56B"/>
          </a:solidFill>
        </p:spPr>
        <p:txBody>
          <a:bodyPr wrap="square" lIns="0" tIns="0" rIns="0" bIns="0" rtlCol="0"/>
          <a:lstStyle/>
          <a:p>
            <a:endParaRPr/>
          </a:p>
        </p:txBody>
      </p:sp>
      <p:sp>
        <p:nvSpPr>
          <p:cNvPr id="38" name="object 38">
            <a:extLst>
              <a:ext uri="{FF2B5EF4-FFF2-40B4-BE49-F238E27FC236}">
                <a16:creationId xmlns:a16="http://schemas.microsoft.com/office/drawing/2014/main" id="{F577EA07-26D3-4DE8-ACD5-7E37A1529AC3}"/>
              </a:ext>
            </a:extLst>
          </p:cNvPr>
          <p:cNvSpPr/>
          <p:nvPr/>
        </p:nvSpPr>
        <p:spPr>
          <a:xfrm>
            <a:off x="8291804" y="2862622"/>
            <a:ext cx="2195195" cy="1013460"/>
          </a:xfrm>
          <a:custGeom>
            <a:avLst/>
            <a:gdLst/>
            <a:ahLst/>
            <a:cxnLst/>
            <a:rect l="l" t="t" r="r" b="b"/>
            <a:pathLst>
              <a:path w="2195195" h="1013460">
                <a:moveTo>
                  <a:pt x="0" y="506526"/>
                </a:moveTo>
                <a:lnTo>
                  <a:pt x="436676" y="0"/>
                </a:lnTo>
                <a:lnTo>
                  <a:pt x="436676" y="253085"/>
                </a:lnTo>
                <a:lnTo>
                  <a:pt x="1757883" y="253085"/>
                </a:lnTo>
                <a:lnTo>
                  <a:pt x="1757883" y="0"/>
                </a:lnTo>
                <a:lnTo>
                  <a:pt x="2194915" y="506526"/>
                </a:lnTo>
                <a:lnTo>
                  <a:pt x="1757883" y="1013409"/>
                </a:lnTo>
                <a:lnTo>
                  <a:pt x="1757883" y="759967"/>
                </a:lnTo>
                <a:lnTo>
                  <a:pt x="436676" y="759967"/>
                </a:lnTo>
                <a:lnTo>
                  <a:pt x="436676" y="1013409"/>
                </a:lnTo>
                <a:lnTo>
                  <a:pt x="0" y="506526"/>
                </a:lnTo>
                <a:close/>
              </a:path>
            </a:pathLst>
          </a:custGeom>
          <a:ln w="3175">
            <a:solidFill>
              <a:srgbClr val="3364A3"/>
            </a:solidFill>
          </a:ln>
        </p:spPr>
        <p:txBody>
          <a:bodyPr wrap="square" lIns="0" tIns="0" rIns="0" bIns="0" rtlCol="0"/>
          <a:lstStyle/>
          <a:p>
            <a:endParaRPr/>
          </a:p>
        </p:txBody>
      </p:sp>
      <p:sp>
        <p:nvSpPr>
          <p:cNvPr id="39" name="object 39">
            <a:extLst>
              <a:ext uri="{FF2B5EF4-FFF2-40B4-BE49-F238E27FC236}">
                <a16:creationId xmlns:a16="http://schemas.microsoft.com/office/drawing/2014/main" id="{7BDEEB0E-E6AE-4AC1-B213-53D4EF64C77E}"/>
              </a:ext>
            </a:extLst>
          </p:cNvPr>
          <p:cNvSpPr txBox="1"/>
          <p:nvPr/>
        </p:nvSpPr>
        <p:spPr>
          <a:xfrm>
            <a:off x="8461983" y="3158087"/>
            <a:ext cx="1852295" cy="391795"/>
          </a:xfrm>
          <a:prstGeom prst="rect">
            <a:avLst/>
          </a:prstGeom>
        </p:spPr>
        <p:txBody>
          <a:bodyPr vert="horz" wrap="square" lIns="0" tIns="12700" rIns="0" bIns="0" rtlCol="0">
            <a:spAutoFit/>
          </a:bodyPr>
          <a:lstStyle/>
          <a:p>
            <a:pPr marL="12700">
              <a:lnSpc>
                <a:spcPct val="100000"/>
              </a:lnSpc>
              <a:spcBef>
                <a:spcPts val="100"/>
              </a:spcBef>
            </a:pPr>
            <a:r>
              <a:rPr sz="2400" b="1" dirty="0">
                <a:latin typeface="Arial"/>
                <a:cs typeface="Arial"/>
              </a:rPr>
              <a:t>In</a:t>
            </a:r>
            <a:r>
              <a:rPr sz="2400" b="1" spc="-5" dirty="0">
                <a:latin typeface="Arial"/>
                <a:cs typeface="Arial"/>
              </a:rPr>
              <a:t>te</a:t>
            </a:r>
            <a:r>
              <a:rPr sz="2400" b="1" dirty="0">
                <a:latin typeface="Arial"/>
                <a:cs typeface="Arial"/>
              </a:rPr>
              <a:t>r</a:t>
            </a:r>
            <a:r>
              <a:rPr sz="2400" b="1" spc="-10" dirty="0">
                <a:latin typeface="Arial"/>
                <a:cs typeface="Arial"/>
              </a:rPr>
              <a:t>co</a:t>
            </a:r>
            <a:r>
              <a:rPr sz="2400" b="1" dirty="0">
                <a:latin typeface="Arial"/>
                <a:cs typeface="Arial"/>
              </a:rPr>
              <a:t>n</a:t>
            </a:r>
            <a:r>
              <a:rPr sz="2400" b="1" spc="-10" dirty="0">
                <a:latin typeface="Arial"/>
                <a:cs typeface="Arial"/>
              </a:rPr>
              <a:t>nec</a:t>
            </a:r>
            <a:r>
              <a:rPr sz="2400" b="1" dirty="0">
                <a:latin typeface="Arial"/>
                <a:cs typeface="Arial"/>
              </a:rPr>
              <a:t>t</a:t>
            </a:r>
            <a:endParaRPr sz="2400">
              <a:latin typeface="Arial"/>
              <a:cs typeface="Arial"/>
            </a:endParaRPr>
          </a:p>
        </p:txBody>
      </p:sp>
      <p:sp>
        <p:nvSpPr>
          <p:cNvPr id="40" name="object 40">
            <a:extLst>
              <a:ext uri="{FF2B5EF4-FFF2-40B4-BE49-F238E27FC236}">
                <a16:creationId xmlns:a16="http://schemas.microsoft.com/office/drawing/2014/main" id="{61308641-9CE5-469A-90AC-613D40C9E664}"/>
              </a:ext>
            </a:extLst>
          </p:cNvPr>
          <p:cNvSpPr/>
          <p:nvPr/>
        </p:nvSpPr>
        <p:spPr>
          <a:xfrm>
            <a:off x="10487443" y="3623669"/>
            <a:ext cx="915035" cy="823594"/>
          </a:xfrm>
          <a:custGeom>
            <a:avLst/>
            <a:gdLst/>
            <a:ahLst/>
            <a:cxnLst/>
            <a:rect l="l" t="t" r="r" b="b"/>
            <a:pathLst>
              <a:path w="915034" h="823595">
                <a:moveTo>
                  <a:pt x="914755" y="659155"/>
                </a:moveTo>
                <a:lnTo>
                  <a:pt x="0" y="659155"/>
                </a:lnTo>
                <a:lnTo>
                  <a:pt x="457200" y="823315"/>
                </a:lnTo>
                <a:lnTo>
                  <a:pt x="914755" y="659155"/>
                </a:lnTo>
                <a:close/>
              </a:path>
              <a:path w="915034" h="823595">
                <a:moveTo>
                  <a:pt x="685800" y="163791"/>
                </a:moveTo>
                <a:lnTo>
                  <a:pt x="228600" y="163791"/>
                </a:lnTo>
                <a:lnTo>
                  <a:pt x="228600" y="659155"/>
                </a:lnTo>
                <a:lnTo>
                  <a:pt x="685800" y="659155"/>
                </a:lnTo>
                <a:lnTo>
                  <a:pt x="685800" y="163791"/>
                </a:lnTo>
                <a:close/>
              </a:path>
              <a:path w="915034" h="823595">
                <a:moveTo>
                  <a:pt x="457200" y="0"/>
                </a:moveTo>
                <a:lnTo>
                  <a:pt x="0" y="163791"/>
                </a:lnTo>
                <a:lnTo>
                  <a:pt x="914755" y="163791"/>
                </a:lnTo>
                <a:lnTo>
                  <a:pt x="457200" y="0"/>
                </a:lnTo>
                <a:close/>
              </a:path>
            </a:pathLst>
          </a:custGeom>
          <a:solidFill>
            <a:srgbClr val="B2C9C6"/>
          </a:solidFill>
        </p:spPr>
        <p:txBody>
          <a:bodyPr wrap="square" lIns="0" tIns="0" rIns="0" bIns="0" rtlCol="0"/>
          <a:lstStyle/>
          <a:p>
            <a:endParaRPr/>
          </a:p>
        </p:txBody>
      </p:sp>
      <p:sp>
        <p:nvSpPr>
          <p:cNvPr id="41" name="object 41">
            <a:extLst>
              <a:ext uri="{FF2B5EF4-FFF2-40B4-BE49-F238E27FC236}">
                <a16:creationId xmlns:a16="http://schemas.microsoft.com/office/drawing/2014/main" id="{4BD9A177-EAF1-4379-B28E-2BE126BDA1C4}"/>
              </a:ext>
            </a:extLst>
          </p:cNvPr>
          <p:cNvSpPr/>
          <p:nvPr/>
        </p:nvSpPr>
        <p:spPr>
          <a:xfrm>
            <a:off x="10487443" y="3623669"/>
            <a:ext cx="915035" cy="823594"/>
          </a:xfrm>
          <a:custGeom>
            <a:avLst/>
            <a:gdLst/>
            <a:ahLst/>
            <a:cxnLst/>
            <a:rect l="l" t="t" r="r" b="b"/>
            <a:pathLst>
              <a:path w="915034" h="823595">
                <a:moveTo>
                  <a:pt x="0" y="163791"/>
                </a:moveTo>
                <a:lnTo>
                  <a:pt x="457200" y="0"/>
                </a:lnTo>
                <a:lnTo>
                  <a:pt x="914755" y="163791"/>
                </a:lnTo>
                <a:lnTo>
                  <a:pt x="685800" y="163791"/>
                </a:lnTo>
                <a:lnTo>
                  <a:pt x="685800" y="659155"/>
                </a:lnTo>
                <a:lnTo>
                  <a:pt x="914755" y="659155"/>
                </a:lnTo>
                <a:lnTo>
                  <a:pt x="457200" y="823315"/>
                </a:lnTo>
                <a:lnTo>
                  <a:pt x="0" y="659155"/>
                </a:lnTo>
                <a:lnTo>
                  <a:pt x="228600" y="659155"/>
                </a:lnTo>
                <a:lnTo>
                  <a:pt x="228600" y="163791"/>
                </a:lnTo>
                <a:lnTo>
                  <a:pt x="0" y="163791"/>
                </a:lnTo>
                <a:close/>
              </a:path>
            </a:pathLst>
          </a:custGeom>
          <a:ln w="3175">
            <a:solidFill>
              <a:srgbClr val="3364A3"/>
            </a:solidFill>
          </a:ln>
        </p:spPr>
        <p:txBody>
          <a:bodyPr wrap="square" lIns="0" tIns="0" rIns="0" bIns="0" rtlCol="0"/>
          <a:lstStyle/>
          <a:p>
            <a:endParaRPr/>
          </a:p>
        </p:txBody>
      </p:sp>
      <p:sp>
        <p:nvSpPr>
          <p:cNvPr id="42" name="object 42">
            <a:extLst>
              <a:ext uri="{FF2B5EF4-FFF2-40B4-BE49-F238E27FC236}">
                <a16:creationId xmlns:a16="http://schemas.microsoft.com/office/drawing/2014/main" id="{E96A3F91-565D-405D-A94B-F0800A306CC7}"/>
              </a:ext>
            </a:extLst>
          </p:cNvPr>
          <p:cNvSpPr/>
          <p:nvPr/>
        </p:nvSpPr>
        <p:spPr>
          <a:xfrm>
            <a:off x="7370558" y="3623669"/>
            <a:ext cx="915035" cy="823594"/>
          </a:xfrm>
          <a:custGeom>
            <a:avLst/>
            <a:gdLst/>
            <a:ahLst/>
            <a:cxnLst/>
            <a:rect l="l" t="t" r="r" b="b"/>
            <a:pathLst>
              <a:path w="915034" h="823595">
                <a:moveTo>
                  <a:pt x="914768" y="659155"/>
                </a:moveTo>
                <a:lnTo>
                  <a:pt x="0" y="659155"/>
                </a:lnTo>
                <a:lnTo>
                  <a:pt x="457200" y="823315"/>
                </a:lnTo>
                <a:lnTo>
                  <a:pt x="914768" y="659155"/>
                </a:lnTo>
                <a:close/>
              </a:path>
              <a:path w="915034" h="823595">
                <a:moveTo>
                  <a:pt x="685800" y="163791"/>
                </a:moveTo>
                <a:lnTo>
                  <a:pt x="228600" y="163791"/>
                </a:lnTo>
                <a:lnTo>
                  <a:pt x="228600" y="659155"/>
                </a:lnTo>
                <a:lnTo>
                  <a:pt x="685800" y="659155"/>
                </a:lnTo>
                <a:lnTo>
                  <a:pt x="685800" y="163791"/>
                </a:lnTo>
                <a:close/>
              </a:path>
              <a:path w="915034" h="823595">
                <a:moveTo>
                  <a:pt x="457200" y="0"/>
                </a:moveTo>
                <a:lnTo>
                  <a:pt x="0" y="163791"/>
                </a:lnTo>
                <a:lnTo>
                  <a:pt x="914768" y="163791"/>
                </a:lnTo>
                <a:lnTo>
                  <a:pt x="457200" y="0"/>
                </a:lnTo>
                <a:close/>
              </a:path>
            </a:pathLst>
          </a:custGeom>
          <a:solidFill>
            <a:srgbClr val="B2C9C6"/>
          </a:solidFill>
        </p:spPr>
        <p:txBody>
          <a:bodyPr wrap="square" lIns="0" tIns="0" rIns="0" bIns="0" rtlCol="0"/>
          <a:lstStyle/>
          <a:p>
            <a:endParaRPr/>
          </a:p>
        </p:txBody>
      </p:sp>
      <p:sp>
        <p:nvSpPr>
          <p:cNvPr id="43" name="object 43">
            <a:extLst>
              <a:ext uri="{FF2B5EF4-FFF2-40B4-BE49-F238E27FC236}">
                <a16:creationId xmlns:a16="http://schemas.microsoft.com/office/drawing/2014/main" id="{5556CC28-4FCD-4A66-8990-20CC7E53BAD9}"/>
              </a:ext>
            </a:extLst>
          </p:cNvPr>
          <p:cNvSpPr/>
          <p:nvPr/>
        </p:nvSpPr>
        <p:spPr>
          <a:xfrm>
            <a:off x="7370558" y="3623669"/>
            <a:ext cx="915035" cy="823594"/>
          </a:xfrm>
          <a:custGeom>
            <a:avLst/>
            <a:gdLst/>
            <a:ahLst/>
            <a:cxnLst/>
            <a:rect l="l" t="t" r="r" b="b"/>
            <a:pathLst>
              <a:path w="915034" h="823595">
                <a:moveTo>
                  <a:pt x="0" y="163791"/>
                </a:moveTo>
                <a:lnTo>
                  <a:pt x="457200" y="0"/>
                </a:lnTo>
                <a:lnTo>
                  <a:pt x="914768" y="163791"/>
                </a:lnTo>
                <a:lnTo>
                  <a:pt x="685800" y="163791"/>
                </a:lnTo>
                <a:lnTo>
                  <a:pt x="685800" y="659155"/>
                </a:lnTo>
                <a:lnTo>
                  <a:pt x="914768" y="659155"/>
                </a:lnTo>
                <a:lnTo>
                  <a:pt x="457200" y="823315"/>
                </a:lnTo>
                <a:lnTo>
                  <a:pt x="0" y="659155"/>
                </a:lnTo>
                <a:lnTo>
                  <a:pt x="228600" y="659155"/>
                </a:lnTo>
                <a:lnTo>
                  <a:pt x="228600" y="163791"/>
                </a:lnTo>
                <a:lnTo>
                  <a:pt x="0" y="163791"/>
                </a:lnTo>
                <a:close/>
              </a:path>
            </a:pathLst>
          </a:custGeom>
          <a:ln w="3175">
            <a:solidFill>
              <a:srgbClr val="3364A3"/>
            </a:solidFill>
          </a:ln>
        </p:spPr>
        <p:txBody>
          <a:bodyPr wrap="square" lIns="0" tIns="0" rIns="0" bIns="0" rtlCol="0"/>
          <a:lstStyle/>
          <a:p>
            <a:endParaRPr/>
          </a:p>
        </p:txBody>
      </p:sp>
      <p:cxnSp>
        <p:nvCxnSpPr>
          <p:cNvPr id="4" name="직선 화살표 연결선 3">
            <a:extLst>
              <a:ext uri="{FF2B5EF4-FFF2-40B4-BE49-F238E27FC236}">
                <a16:creationId xmlns:a16="http://schemas.microsoft.com/office/drawing/2014/main" id="{BD3E10BA-3A9D-46D2-80AA-7AF4B5E3CEBD}"/>
              </a:ext>
            </a:extLst>
          </p:cNvPr>
          <p:cNvCxnSpPr/>
          <p:nvPr/>
        </p:nvCxnSpPr>
        <p:spPr>
          <a:xfrm>
            <a:off x="8662974" y="3876082"/>
            <a:ext cx="1298322" cy="766648"/>
          </a:xfrm>
          <a:prstGeom prst="straightConnector1">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4" name="직선 화살표 연결선 43">
            <a:extLst>
              <a:ext uri="{FF2B5EF4-FFF2-40B4-BE49-F238E27FC236}">
                <a16:creationId xmlns:a16="http://schemas.microsoft.com/office/drawing/2014/main" id="{7F90E9C9-8BE5-403A-A9ED-17A0A55E4B01}"/>
              </a:ext>
            </a:extLst>
          </p:cNvPr>
          <p:cNvCxnSpPr>
            <a:cxnSpLocks/>
          </p:cNvCxnSpPr>
          <p:nvPr/>
        </p:nvCxnSpPr>
        <p:spPr>
          <a:xfrm flipV="1">
            <a:off x="8661909" y="3898764"/>
            <a:ext cx="1432205" cy="743966"/>
          </a:xfrm>
          <a:prstGeom prst="straightConnector1">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5" name="TextBox 44">
            <a:extLst>
              <a:ext uri="{FF2B5EF4-FFF2-40B4-BE49-F238E27FC236}">
                <a16:creationId xmlns:a16="http://schemas.microsoft.com/office/drawing/2014/main" id="{5BAF4B89-89EA-425F-B945-D02B9D4845FD}"/>
              </a:ext>
            </a:extLst>
          </p:cNvPr>
          <p:cNvSpPr txBox="1"/>
          <p:nvPr/>
        </p:nvSpPr>
        <p:spPr>
          <a:xfrm>
            <a:off x="7827594" y="5646525"/>
            <a:ext cx="3347507" cy="369332"/>
          </a:xfrm>
          <a:prstGeom prst="rect">
            <a:avLst/>
          </a:prstGeom>
          <a:noFill/>
        </p:spPr>
        <p:txBody>
          <a:bodyPr wrap="square" rtlCol="0">
            <a:spAutoFit/>
          </a:bodyPr>
          <a:lstStyle/>
          <a:p>
            <a:pPr algn="ctr"/>
            <a:r>
              <a:rPr lang="en-US" altLang="ko-KR" dirty="0"/>
              <a:t>(</a:t>
            </a:r>
            <a:r>
              <a:rPr lang="ko-KR" altLang="en-US" dirty="0"/>
              <a:t>비대칭적</a:t>
            </a:r>
            <a:r>
              <a:rPr lang="en-US" altLang="ko-KR" dirty="0"/>
              <a:t> </a:t>
            </a:r>
            <a:r>
              <a:rPr lang="ko-KR" altLang="en-US" dirty="0"/>
              <a:t>메모리 접근</a:t>
            </a:r>
            <a:r>
              <a:rPr lang="en-US" altLang="ko-KR" dirty="0"/>
              <a:t>)</a:t>
            </a:r>
            <a:endParaRPr lang="ko-KR" altLang="en-US" dirty="0"/>
          </a:p>
        </p:txBody>
      </p:sp>
    </p:spTree>
    <p:extLst>
      <p:ext uri="{BB962C8B-B14F-4D97-AF65-F5344CB8AC3E}">
        <p14:creationId xmlns:p14="http://schemas.microsoft.com/office/powerpoint/2010/main" val="3762192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latin typeface="+mn-lt"/>
              </a:rPr>
              <a:t>NUMA for Multi CPUs</a:t>
            </a:r>
            <a:endParaRPr lang="ko-KR" altLang="en-US" dirty="0">
              <a:latin typeface="+mn-lt"/>
            </a:endParaRPr>
          </a:p>
        </p:txBody>
      </p:sp>
      <p:sp>
        <p:nvSpPr>
          <p:cNvPr id="5" name="슬라이드 번호 개체 틀 4"/>
          <p:cNvSpPr>
            <a:spLocks noGrp="1"/>
          </p:cNvSpPr>
          <p:nvPr>
            <p:ph type="sldNum" sz="quarter" idx="12"/>
          </p:nvPr>
        </p:nvSpPr>
        <p:spPr/>
        <p:txBody>
          <a:bodyPr/>
          <a:lstStyle/>
          <a:p>
            <a:fld id="{60713B85-413F-4AF8-87EF-6B2EC5D22D3F}" type="slidenum">
              <a:rPr lang="ko-KR" altLang="en-US" smtClean="0"/>
              <a:t>18</a:t>
            </a:fld>
            <a:endParaRPr lang="ko-KR" altLang="en-US"/>
          </a:p>
        </p:txBody>
      </p:sp>
      <p:sp>
        <p:nvSpPr>
          <p:cNvPr id="44" name="object 2">
            <a:extLst>
              <a:ext uri="{FF2B5EF4-FFF2-40B4-BE49-F238E27FC236}">
                <a16:creationId xmlns:a16="http://schemas.microsoft.com/office/drawing/2014/main" id="{442941D6-6BFB-43BB-BF6C-BFFC7910B3E2}"/>
              </a:ext>
            </a:extLst>
          </p:cNvPr>
          <p:cNvSpPr/>
          <p:nvPr/>
        </p:nvSpPr>
        <p:spPr>
          <a:xfrm>
            <a:off x="7427747" y="6243671"/>
            <a:ext cx="4619625" cy="13335"/>
          </a:xfrm>
          <a:custGeom>
            <a:avLst/>
            <a:gdLst/>
            <a:ahLst/>
            <a:cxnLst/>
            <a:rect l="l" t="t" r="r" b="b"/>
            <a:pathLst>
              <a:path w="4619625" h="13335">
                <a:moveTo>
                  <a:pt x="0" y="13309"/>
                </a:moveTo>
                <a:lnTo>
                  <a:pt x="4619498" y="13309"/>
                </a:lnTo>
                <a:lnTo>
                  <a:pt x="4619498" y="0"/>
                </a:lnTo>
                <a:lnTo>
                  <a:pt x="0" y="0"/>
                </a:lnTo>
                <a:lnTo>
                  <a:pt x="0" y="13309"/>
                </a:lnTo>
                <a:close/>
              </a:path>
            </a:pathLst>
          </a:custGeom>
          <a:solidFill>
            <a:srgbClr val="3668AB"/>
          </a:solidFill>
        </p:spPr>
        <p:txBody>
          <a:bodyPr wrap="square" lIns="0" tIns="0" rIns="0" bIns="0" rtlCol="0"/>
          <a:lstStyle/>
          <a:p>
            <a:endParaRPr/>
          </a:p>
        </p:txBody>
      </p:sp>
      <p:sp>
        <p:nvSpPr>
          <p:cNvPr id="45" name="object 3">
            <a:extLst>
              <a:ext uri="{FF2B5EF4-FFF2-40B4-BE49-F238E27FC236}">
                <a16:creationId xmlns:a16="http://schemas.microsoft.com/office/drawing/2014/main" id="{D562274C-76C5-413E-A7CC-02E79DB5F7AA}"/>
              </a:ext>
            </a:extLst>
          </p:cNvPr>
          <p:cNvSpPr/>
          <p:nvPr/>
        </p:nvSpPr>
        <p:spPr>
          <a:xfrm>
            <a:off x="7423067" y="6238991"/>
            <a:ext cx="4629150" cy="22860"/>
          </a:xfrm>
          <a:custGeom>
            <a:avLst/>
            <a:gdLst/>
            <a:ahLst/>
            <a:cxnLst/>
            <a:rect l="l" t="t" r="r" b="b"/>
            <a:pathLst>
              <a:path w="4629150" h="22860">
                <a:moveTo>
                  <a:pt x="0" y="22669"/>
                </a:moveTo>
                <a:lnTo>
                  <a:pt x="4628857" y="22669"/>
                </a:lnTo>
                <a:lnTo>
                  <a:pt x="4628857" y="0"/>
                </a:lnTo>
                <a:lnTo>
                  <a:pt x="0" y="0"/>
                </a:lnTo>
                <a:lnTo>
                  <a:pt x="0" y="22669"/>
                </a:lnTo>
                <a:close/>
              </a:path>
            </a:pathLst>
          </a:custGeom>
          <a:solidFill>
            <a:srgbClr val="3668AB"/>
          </a:solidFill>
        </p:spPr>
        <p:txBody>
          <a:bodyPr wrap="square" lIns="0" tIns="0" rIns="0" bIns="0" rtlCol="0"/>
          <a:lstStyle/>
          <a:p>
            <a:endParaRPr/>
          </a:p>
        </p:txBody>
      </p:sp>
      <p:sp>
        <p:nvSpPr>
          <p:cNvPr id="46" name="object 4">
            <a:extLst>
              <a:ext uri="{FF2B5EF4-FFF2-40B4-BE49-F238E27FC236}">
                <a16:creationId xmlns:a16="http://schemas.microsoft.com/office/drawing/2014/main" id="{475710F2-E7CB-45F7-9E2C-BB3BC9A419BA}"/>
              </a:ext>
            </a:extLst>
          </p:cNvPr>
          <p:cNvSpPr/>
          <p:nvPr/>
        </p:nvSpPr>
        <p:spPr>
          <a:xfrm>
            <a:off x="9740747" y="6256981"/>
            <a:ext cx="2306955" cy="0"/>
          </a:xfrm>
          <a:custGeom>
            <a:avLst/>
            <a:gdLst/>
            <a:ahLst/>
            <a:cxnLst/>
            <a:rect l="l" t="t" r="r" b="b"/>
            <a:pathLst>
              <a:path w="2306954">
                <a:moveTo>
                  <a:pt x="2306497" y="0"/>
                </a:moveTo>
                <a:lnTo>
                  <a:pt x="0" y="0"/>
                </a:lnTo>
              </a:path>
            </a:pathLst>
          </a:custGeom>
          <a:ln w="9359">
            <a:solidFill>
              <a:srgbClr val="3668AB"/>
            </a:solidFill>
          </a:ln>
        </p:spPr>
        <p:txBody>
          <a:bodyPr wrap="square" lIns="0" tIns="0" rIns="0" bIns="0" rtlCol="0"/>
          <a:lstStyle/>
          <a:p>
            <a:endParaRPr/>
          </a:p>
        </p:txBody>
      </p:sp>
      <p:sp>
        <p:nvSpPr>
          <p:cNvPr id="38" name="object 4">
            <a:extLst>
              <a:ext uri="{FF2B5EF4-FFF2-40B4-BE49-F238E27FC236}">
                <a16:creationId xmlns:a16="http://schemas.microsoft.com/office/drawing/2014/main" id="{1F372C1D-5B59-4E71-AF01-39FC873E4B9D}"/>
              </a:ext>
            </a:extLst>
          </p:cNvPr>
          <p:cNvSpPr/>
          <p:nvPr/>
        </p:nvSpPr>
        <p:spPr>
          <a:xfrm>
            <a:off x="9885603" y="6474955"/>
            <a:ext cx="2306955" cy="0"/>
          </a:xfrm>
          <a:custGeom>
            <a:avLst/>
            <a:gdLst/>
            <a:ahLst/>
            <a:cxnLst/>
            <a:rect l="l" t="t" r="r" b="b"/>
            <a:pathLst>
              <a:path w="2306954">
                <a:moveTo>
                  <a:pt x="2306497" y="0"/>
                </a:moveTo>
                <a:lnTo>
                  <a:pt x="0" y="0"/>
                </a:lnTo>
              </a:path>
            </a:pathLst>
          </a:custGeom>
          <a:ln w="9359">
            <a:solidFill>
              <a:srgbClr val="3668AB"/>
            </a:solidFill>
          </a:ln>
        </p:spPr>
        <p:txBody>
          <a:bodyPr wrap="square" lIns="0" tIns="0" rIns="0" bIns="0" rtlCol="0"/>
          <a:lstStyle/>
          <a:p>
            <a:endParaRPr/>
          </a:p>
        </p:txBody>
      </p:sp>
      <p:sp>
        <p:nvSpPr>
          <p:cNvPr id="39" name="object 7">
            <a:extLst>
              <a:ext uri="{FF2B5EF4-FFF2-40B4-BE49-F238E27FC236}">
                <a16:creationId xmlns:a16="http://schemas.microsoft.com/office/drawing/2014/main" id="{BBC082B7-ACD2-401F-AF4B-F739228ABE76}"/>
              </a:ext>
            </a:extLst>
          </p:cNvPr>
          <p:cNvSpPr/>
          <p:nvPr/>
        </p:nvSpPr>
        <p:spPr>
          <a:xfrm>
            <a:off x="798118" y="1077836"/>
            <a:ext cx="11238475" cy="5234762"/>
          </a:xfrm>
          <a:prstGeom prst="rect">
            <a:avLst/>
          </a:prstGeom>
          <a:blipFill>
            <a:blip r:embed="rId2" cstate="print"/>
            <a:stretch>
              <a:fillRect/>
            </a:stretch>
          </a:blipFill>
        </p:spPr>
        <p:txBody>
          <a:bodyPr wrap="square" lIns="0" tIns="0" rIns="0" bIns="0" rtlCol="0"/>
          <a:lstStyle/>
          <a:p>
            <a:endParaRPr/>
          </a:p>
        </p:txBody>
      </p:sp>
      <p:sp>
        <p:nvSpPr>
          <p:cNvPr id="40" name="object 8">
            <a:extLst>
              <a:ext uri="{FF2B5EF4-FFF2-40B4-BE49-F238E27FC236}">
                <a16:creationId xmlns:a16="http://schemas.microsoft.com/office/drawing/2014/main" id="{B8A19BF1-ACAC-4126-8565-75B66146BFC6}"/>
              </a:ext>
            </a:extLst>
          </p:cNvPr>
          <p:cNvSpPr txBox="1"/>
          <p:nvPr/>
        </p:nvSpPr>
        <p:spPr>
          <a:xfrm>
            <a:off x="1337297" y="5642546"/>
            <a:ext cx="1194435" cy="391795"/>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Me</a:t>
            </a:r>
            <a:r>
              <a:rPr sz="2400" b="1" dirty="0">
                <a:latin typeface="Arial"/>
                <a:cs typeface="Arial"/>
              </a:rPr>
              <a:t>m</a:t>
            </a:r>
            <a:r>
              <a:rPr sz="2400" b="1" spc="-10" dirty="0">
                <a:latin typeface="Arial"/>
                <a:cs typeface="Arial"/>
              </a:rPr>
              <a:t>o</a:t>
            </a:r>
            <a:r>
              <a:rPr sz="2400" b="1" dirty="0">
                <a:latin typeface="Arial"/>
                <a:cs typeface="Arial"/>
              </a:rPr>
              <a:t>ry</a:t>
            </a:r>
            <a:endParaRPr sz="2400">
              <a:latin typeface="Arial"/>
              <a:cs typeface="Arial"/>
            </a:endParaRPr>
          </a:p>
        </p:txBody>
      </p:sp>
      <p:sp>
        <p:nvSpPr>
          <p:cNvPr id="41" name="object 9">
            <a:extLst>
              <a:ext uri="{FF2B5EF4-FFF2-40B4-BE49-F238E27FC236}">
                <a16:creationId xmlns:a16="http://schemas.microsoft.com/office/drawing/2014/main" id="{07991A65-4585-4322-BE0E-16F52F3E0C93}"/>
              </a:ext>
            </a:extLst>
          </p:cNvPr>
          <p:cNvSpPr txBox="1"/>
          <p:nvPr/>
        </p:nvSpPr>
        <p:spPr>
          <a:xfrm>
            <a:off x="8514257" y="1862899"/>
            <a:ext cx="718820" cy="391795"/>
          </a:xfrm>
          <a:prstGeom prst="rect">
            <a:avLst/>
          </a:prstGeom>
        </p:spPr>
        <p:txBody>
          <a:bodyPr vert="horz" wrap="square" lIns="0" tIns="12700" rIns="0" bIns="0" rtlCol="0">
            <a:spAutoFit/>
          </a:bodyPr>
          <a:lstStyle/>
          <a:p>
            <a:pPr marL="12700">
              <a:lnSpc>
                <a:spcPct val="100000"/>
              </a:lnSpc>
              <a:spcBef>
                <a:spcPts val="100"/>
              </a:spcBef>
            </a:pPr>
            <a:r>
              <a:rPr sz="2400" b="1" spc="-15" dirty="0">
                <a:latin typeface="Arial"/>
                <a:cs typeface="Arial"/>
              </a:rPr>
              <a:t>C</a:t>
            </a:r>
            <a:r>
              <a:rPr sz="2400" b="1" dirty="0">
                <a:latin typeface="Arial"/>
                <a:cs typeface="Arial"/>
              </a:rPr>
              <a:t>o</a:t>
            </a:r>
            <a:r>
              <a:rPr sz="2400" b="1" spc="-10" dirty="0">
                <a:latin typeface="Arial"/>
                <a:cs typeface="Arial"/>
              </a:rPr>
              <a:t>r</a:t>
            </a:r>
            <a:r>
              <a:rPr sz="2400" b="1" dirty="0">
                <a:latin typeface="Arial"/>
                <a:cs typeface="Arial"/>
              </a:rPr>
              <a:t>e</a:t>
            </a:r>
            <a:endParaRPr sz="2400">
              <a:latin typeface="Arial"/>
              <a:cs typeface="Arial"/>
            </a:endParaRPr>
          </a:p>
        </p:txBody>
      </p:sp>
      <p:sp>
        <p:nvSpPr>
          <p:cNvPr id="42" name="object 10">
            <a:extLst>
              <a:ext uri="{FF2B5EF4-FFF2-40B4-BE49-F238E27FC236}">
                <a16:creationId xmlns:a16="http://schemas.microsoft.com/office/drawing/2014/main" id="{E9CFB68B-A32A-4B5F-8402-CBDD1D48C13F}"/>
              </a:ext>
            </a:extLst>
          </p:cNvPr>
          <p:cNvSpPr txBox="1"/>
          <p:nvPr/>
        </p:nvSpPr>
        <p:spPr>
          <a:xfrm>
            <a:off x="10421543" y="1862899"/>
            <a:ext cx="719455" cy="391795"/>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C</a:t>
            </a:r>
            <a:r>
              <a:rPr sz="2400" b="1" spc="-10" dirty="0">
                <a:latin typeface="Arial"/>
                <a:cs typeface="Arial"/>
              </a:rPr>
              <a:t>o</a:t>
            </a:r>
            <a:r>
              <a:rPr sz="2400" b="1" dirty="0">
                <a:latin typeface="Arial"/>
                <a:cs typeface="Arial"/>
              </a:rPr>
              <a:t>re</a:t>
            </a:r>
            <a:endParaRPr sz="2400">
              <a:latin typeface="Arial"/>
              <a:cs typeface="Arial"/>
            </a:endParaRPr>
          </a:p>
        </p:txBody>
      </p:sp>
      <p:sp>
        <p:nvSpPr>
          <p:cNvPr id="43" name="object 11">
            <a:extLst>
              <a:ext uri="{FF2B5EF4-FFF2-40B4-BE49-F238E27FC236}">
                <a16:creationId xmlns:a16="http://schemas.microsoft.com/office/drawing/2014/main" id="{A71F525C-8BB9-40FC-91D0-2D46258619FA}"/>
              </a:ext>
            </a:extLst>
          </p:cNvPr>
          <p:cNvSpPr txBox="1"/>
          <p:nvPr/>
        </p:nvSpPr>
        <p:spPr>
          <a:xfrm>
            <a:off x="9150375" y="4490542"/>
            <a:ext cx="1378585" cy="391795"/>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L3</a:t>
            </a:r>
            <a:r>
              <a:rPr sz="2400" b="1" spc="-75" dirty="0">
                <a:latin typeface="Arial"/>
                <a:cs typeface="Arial"/>
              </a:rPr>
              <a:t> </a:t>
            </a:r>
            <a:r>
              <a:rPr sz="2400" b="1" spc="-10" dirty="0">
                <a:latin typeface="Arial"/>
                <a:cs typeface="Arial"/>
              </a:rPr>
              <a:t>Cache</a:t>
            </a:r>
            <a:endParaRPr sz="2400">
              <a:latin typeface="Arial"/>
              <a:cs typeface="Arial"/>
            </a:endParaRPr>
          </a:p>
        </p:txBody>
      </p:sp>
      <p:sp>
        <p:nvSpPr>
          <p:cNvPr id="48" name="object 12">
            <a:extLst>
              <a:ext uri="{FF2B5EF4-FFF2-40B4-BE49-F238E27FC236}">
                <a16:creationId xmlns:a16="http://schemas.microsoft.com/office/drawing/2014/main" id="{D8700F5F-0EC9-4D81-B8E8-76A5C63DDFDD}"/>
              </a:ext>
            </a:extLst>
          </p:cNvPr>
          <p:cNvSpPr txBox="1"/>
          <p:nvPr/>
        </p:nvSpPr>
        <p:spPr>
          <a:xfrm>
            <a:off x="8419934" y="3040100"/>
            <a:ext cx="964565" cy="730885"/>
          </a:xfrm>
          <a:prstGeom prst="rect">
            <a:avLst/>
          </a:prstGeom>
        </p:spPr>
        <p:txBody>
          <a:bodyPr vert="horz" wrap="square" lIns="0" tIns="12700" rIns="0" bIns="0" rtlCol="0">
            <a:spAutoFit/>
          </a:bodyPr>
          <a:lstStyle/>
          <a:p>
            <a:pPr marL="12700">
              <a:lnSpc>
                <a:spcPts val="2775"/>
              </a:lnSpc>
              <a:spcBef>
                <a:spcPts val="100"/>
              </a:spcBef>
            </a:pPr>
            <a:r>
              <a:rPr sz="2400" b="1" spc="-10" dirty="0">
                <a:latin typeface="Arial"/>
                <a:cs typeface="Arial"/>
              </a:rPr>
              <a:t>L1,</a:t>
            </a:r>
            <a:r>
              <a:rPr sz="2400" b="1" spc="-40" dirty="0">
                <a:latin typeface="Arial"/>
                <a:cs typeface="Arial"/>
              </a:rPr>
              <a:t> </a:t>
            </a:r>
            <a:r>
              <a:rPr sz="2400" b="1" spc="-5" dirty="0">
                <a:latin typeface="Arial"/>
                <a:cs typeface="Arial"/>
              </a:rPr>
              <a:t>L2</a:t>
            </a:r>
            <a:endParaRPr sz="2400">
              <a:latin typeface="Arial"/>
              <a:cs typeface="Arial"/>
            </a:endParaRPr>
          </a:p>
          <a:p>
            <a:pPr marL="38735">
              <a:lnSpc>
                <a:spcPts val="2775"/>
              </a:lnSpc>
            </a:pPr>
            <a:r>
              <a:rPr sz="2400" b="1" spc="-5" dirty="0">
                <a:latin typeface="Arial"/>
                <a:cs typeface="Arial"/>
              </a:rPr>
              <a:t>C</a:t>
            </a:r>
            <a:r>
              <a:rPr sz="2400" b="1" spc="-10" dirty="0">
                <a:latin typeface="Arial"/>
                <a:cs typeface="Arial"/>
              </a:rPr>
              <a:t>ach</a:t>
            </a:r>
            <a:r>
              <a:rPr sz="2400" b="1" dirty="0">
                <a:latin typeface="Arial"/>
                <a:cs typeface="Arial"/>
              </a:rPr>
              <a:t>e</a:t>
            </a:r>
            <a:endParaRPr sz="2400">
              <a:latin typeface="Arial"/>
              <a:cs typeface="Arial"/>
            </a:endParaRPr>
          </a:p>
        </p:txBody>
      </p:sp>
      <p:sp>
        <p:nvSpPr>
          <p:cNvPr id="77" name="object 13">
            <a:extLst>
              <a:ext uri="{FF2B5EF4-FFF2-40B4-BE49-F238E27FC236}">
                <a16:creationId xmlns:a16="http://schemas.microsoft.com/office/drawing/2014/main" id="{53D4977D-F2F6-4105-8F44-6332C4BF5CC6}"/>
              </a:ext>
            </a:extLst>
          </p:cNvPr>
          <p:cNvSpPr txBox="1"/>
          <p:nvPr/>
        </p:nvSpPr>
        <p:spPr>
          <a:xfrm>
            <a:off x="10364304" y="3040100"/>
            <a:ext cx="964565" cy="732155"/>
          </a:xfrm>
          <a:prstGeom prst="rect">
            <a:avLst/>
          </a:prstGeom>
        </p:spPr>
        <p:txBody>
          <a:bodyPr vert="horz" wrap="square" lIns="0" tIns="12700" rIns="0" bIns="0" rtlCol="0">
            <a:spAutoFit/>
          </a:bodyPr>
          <a:lstStyle/>
          <a:p>
            <a:pPr marL="12700">
              <a:lnSpc>
                <a:spcPts val="2780"/>
              </a:lnSpc>
              <a:spcBef>
                <a:spcPts val="100"/>
              </a:spcBef>
            </a:pPr>
            <a:r>
              <a:rPr sz="2400" b="1" spc="-10" dirty="0">
                <a:latin typeface="Arial"/>
                <a:cs typeface="Arial"/>
              </a:rPr>
              <a:t>L1,</a:t>
            </a:r>
            <a:r>
              <a:rPr sz="2400" b="1" spc="-40" dirty="0">
                <a:latin typeface="Arial"/>
                <a:cs typeface="Arial"/>
              </a:rPr>
              <a:t> </a:t>
            </a:r>
            <a:r>
              <a:rPr sz="2400" b="1" spc="-5" dirty="0">
                <a:latin typeface="Arial"/>
                <a:cs typeface="Arial"/>
              </a:rPr>
              <a:t>L2</a:t>
            </a:r>
            <a:endParaRPr sz="2400">
              <a:latin typeface="Arial"/>
              <a:cs typeface="Arial"/>
            </a:endParaRPr>
          </a:p>
          <a:p>
            <a:pPr marL="38735">
              <a:lnSpc>
                <a:spcPts val="2780"/>
              </a:lnSpc>
            </a:pPr>
            <a:r>
              <a:rPr sz="2400" b="1" spc="-5" dirty="0">
                <a:latin typeface="Arial"/>
                <a:cs typeface="Arial"/>
              </a:rPr>
              <a:t>C</a:t>
            </a:r>
            <a:r>
              <a:rPr sz="2400" b="1" spc="-10" dirty="0">
                <a:latin typeface="Arial"/>
                <a:cs typeface="Arial"/>
              </a:rPr>
              <a:t>ach</a:t>
            </a:r>
            <a:r>
              <a:rPr sz="2400" b="1" dirty="0">
                <a:latin typeface="Arial"/>
                <a:cs typeface="Arial"/>
              </a:rPr>
              <a:t>e</a:t>
            </a:r>
            <a:endParaRPr sz="2400">
              <a:latin typeface="Arial"/>
              <a:cs typeface="Arial"/>
            </a:endParaRPr>
          </a:p>
        </p:txBody>
      </p:sp>
      <p:sp>
        <p:nvSpPr>
          <p:cNvPr id="78" name="object 14">
            <a:extLst>
              <a:ext uri="{FF2B5EF4-FFF2-40B4-BE49-F238E27FC236}">
                <a16:creationId xmlns:a16="http://schemas.microsoft.com/office/drawing/2014/main" id="{D1B4D7A6-E45E-480C-BE4C-CF1A84C5BBEF}"/>
              </a:ext>
            </a:extLst>
          </p:cNvPr>
          <p:cNvSpPr txBox="1"/>
          <p:nvPr/>
        </p:nvSpPr>
        <p:spPr>
          <a:xfrm>
            <a:off x="1600098" y="4203624"/>
            <a:ext cx="668655" cy="391795"/>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CPU</a:t>
            </a:r>
            <a:endParaRPr sz="2400">
              <a:latin typeface="Arial"/>
              <a:cs typeface="Arial"/>
            </a:endParaRPr>
          </a:p>
        </p:txBody>
      </p:sp>
      <p:sp>
        <p:nvSpPr>
          <p:cNvPr id="79" name="object 15">
            <a:extLst>
              <a:ext uri="{FF2B5EF4-FFF2-40B4-BE49-F238E27FC236}">
                <a16:creationId xmlns:a16="http://schemas.microsoft.com/office/drawing/2014/main" id="{2817E330-0AA6-4DF0-AFA0-59D763DB8EDB}"/>
              </a:ext>
            </a:extLst>
          </p:cNvPr>
          <p:cNvSpPr txBox="1"/>
          <p:nvPr/>
        </p:nvSpPr>
        <p:spPr>
          <a:xfrm>
            <a:off x="4936578" y="5643626"/>
            <a:ext cx="1196340" cy="391795"/>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Memory</a:t>
            </a:r>
            <a:endParaRPr sz="2400">
              <a:latin typeface="Arial"/>
              <a:cs typeface="Arial"/>
            </a:endParaRPr>
          </a:p>
        </p:txBody>
      </p:sp>
      <p:sp>
        <p:nvSpPr>
          <p:cNvPr id="80" name="object 16">
            <a:extLst>
              <a:ext uri="{FF2B5EF4-FFF2-40B4-BE49-F238E27FC236}">
                <a16:creationId xmlns:a16="http://schemas.microsoft.com/office/drawing/2014/main" id="{CC9167A2-9C2D-45DE-A8D4-55B8FBE53F26}"/>
              </a:ext>
            </a:extLst>
          </p:cNvPr>
          <p:cNvSpPr txBox="1"/>
          <p:nvPr/>
        </p:nvSpPr>
        <p:spPr>
          <a:xfrm>
            <a:off x="5200815" y="4203624"/>
            <a:ext cx="668655" cy="391795"/>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CPU</a:t>
            </a:r>
            <a:endParaRPr sz="2400">
              <a:latin typeface="Arial"/>
              <a:cs typeface="Arial"/>
            </a:endParaRPr>
          </a:p>
        </p:txBody>
      </p:sp>
      <p:sp>
        <p:nvSpPr>
          <p:cNvPr id="81" name="object 17">
            <a:extLst>
              <a:ext uri="{FF2B5EF4-FFF2-40B4-BE49-F238E27FC236}">
                <a16:creationId xmlns:a16="http://schemas.microsoft.com/office/drawing/2014/main" id="{BB252687-8F56-4499-A673-80AA7CC472B0}"/>
              </a:ext>
            </a:extLst>
          </p:cNvPr>
          <p:cNvSpPr txBox="1"/>
          <p:nvPr/>
        </p:nvSpPr>
        <p:spPr>
          <a:xfrm>
            <a:off x="3563595" y="4409374"/>
            <a:ext cx="281305" cy="101600"/>
          </a:xfrm>
          <a:prstGeom prst="rect">
            <a:avLst/>
          </a:prstGeom>
        </p:spPr>
        <p:txBody>
          <a:bodyPr vert="vert270" wrap="square" lIns="0" tIns="0" rIns="0" bIns="0" rtlCol="0">
            <a:spAutoFit/>
          </a:bodyPr>
          <a:lstStyle/>
          <a:p>
            <a:pPr marL="12700">
              <a:lnSpc>
                <a:spcPts val="2090"/>
              </a:lnSpc>
            </a:pPr>
            <a:r>
              <a:rPr sz="1800" b="1" dirty="0">
                <a:latin typeface="Arial"/>
                <a:cs typeface="Arial"/>
              </a:rPr>
              <a:t>`</a:t>
            </a:r>
            <a:endParaRPr sz="1800">
              <a:latin typeface="Arial"/>
              <a:cs typeface="Arial"/>
            </a:endParaRPr>
          </a:p>
        </p:txBody>
      </p:sp>
      <p:sp>
        <p:nvSpPr>
          <p:cNvPr id="82" name="object 18">
            <a:extLst>
              <a:ext uri="{FF2B5EF4-FFF2-40B4-BE49-F238E27FC236}">
                <a16:creationId xmlns:a16="http://schemas.microsoft.com/office/drawing/2014/main" id="{6C130E06-A47B-4DE7-BEB2-D83E7F07248F}"/>
              </a:ext>
            </a:extLst>
          </p:cNvPr>
          <p:cNvSpPr txBox="1"/>
          <p:nvPr/>
        </p:nvSpPr>
        <p:spPr>
          <a:xfrm>
            <a:off x="1600098" y="2763265"/>
            <a:ext cx="668655" cy="391795"/>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CPU</a:t>
            </a:r>
            <a:endParaRPr sz="2400">
              <a:latin typeface="Arial"/>
              <a:cs typeface="Arial"/>
            </a:endParaRPr>
          </a:p>
        </p:txBody>
      </p:sp>
      <p:sp>
        <p:nvSpPr>
          <p:cNvPr id="83" name="object 19">
            <a:extLst>
              <a:ext uri="{FF2B5EF4-FFF2-40B4-BE49-F238E27FC236}">
                <a16:creationId xmlns:a16="http://schemas.microsoft.com/office/drawing/2014/main" id="{FCAAE300-7198-433E-883F-6309667469B7}"/>
              </a:ext>
            </a:extLst>
          </p:cNvPr>
          <p:cNvSpPr txBox="1"/>
          <p:nvPr/>
        </p:nvSpPr>
        <p:spPr>
          <a:xfrm>
            <a:off x="1337297" y="1323263"/>
            <a:ext cx="4795520" cy="391795"/>
          </a:xfrm>
          <a:prstGeom prst="rect">
            <a:avLst/>
          </a:prstGeom>
        </p:spPr>
        <p:txBody>
          <a:bodyPr vert="horz" wrap="square" lIns="0" tIns="12700" rIns="0" bIns="0" rtlCol="0">
            <a:spAutoFit/>
          </a:bodyPr>
          <a:lstStyle/>
          <a:p>
            <a:pPr marL="12700">
              <a:lnSpc>
                <a:spcPct val="100000"/>
              </a:lnSpc>
              <a:spcBef>
                <a:spcPts val="100"/>
              </a:spcBef>
              <a:tabLst>
                <a:tab pos="3611879" algn="l"/>
              </a:tabLst>
            </a:pPr>
            <a:r>
              <a:rPr sz="2400" b="1" spc="-5" dirty="0">
                <a:latin typeface="Arial"/>
                <a:cs typeface="Arial"/>
              </a:rPr>
              <a:t>Memory	Memory</a:t>
            </a:r>
            <a:endParaRPr sz="2400">
              <a:latin typeface="Arial"/>
              <a:cs typeface="Arial"/>
            </a:endParaRPr>
          </a:p>
        </p:txBody>
      </p:sp>
      <p:sp>
        <p:nvSpPr>
          <p:cNvPr id="84" name="object 20">
            <a:extLst>
              <a:ext uri="{FF2B5EF4-FFF2-40B4-BE49-F238E27FC236}">
                <a16:creationId xmlns:a16="http://schemas.microsoft.com/office/drawing/2014/main" id="{B2C1C12B-C87C-4147-99B1-BF3E762D1CF5}"/>
              </a:ext>
            </a:extLst>
          </p:cNvPr>
          <p:cNvSpPr txBox="1"/>
          <p:nvPr/>
        </p:nvSpPr>
        <p:spPr>
          <a:xfrm>
            <a:off x="5200815" y="2763265"/>
            <a:ext cx="668655" cy="391795"/>
          </a:xfrm>
          <a:prstGeom prst="rect">
            <a:avLst/>
          </a:prstGeom>
        </p:spPr>
        <p:txBody>
          <a:bodyPr vert="horz" wrap="square" lIns="0" tIns="12700" rIns="0" bIns="0" rtlCol="0">
            <a:spAutoFit/>
          </a:bodyPr>
          <a:lstStyle/>
          <a:p>
            <a:pPr marL="12700">
              <a:lnSpc>
                <a:spcPct val="100000"/>
              </a:lnSpc>
              <a:spcBef>
                <a:spcPts val="100"/>
              </a:spcBef>
            </a:pPr>
            <a:r>
              <a:rPr sz="2400" b="1" spc="-5" dirty="0">
                <a:latin typeface="Arial"/>
                <a:cs typeface="Arial"/>
              </a:rPr>
              <a:t>CPU</a:t>
            </a:r>
            <a:endParaRPr sz="2400">
              <a:latin typeface="Arial"/>
              <a:cs typeface="Arial"/>
            </a:endParaRPr>
          </a:p>
        </p:txBody>
      </p:sp>
      <p:sp>
        <p:nvSpPr>
          <p:cNvPr id="85" name="object 21">
            <a:extLst>
              <a:ext uri="{FF2B5EF4-FFF2-40B4-BE49-F238E27FC236}">
                <a16:creationId xmlns:a16="http://schemas.microsoft.com/office/drawing/2014/main" id="{FCE81C76-5BE9-4F5F-A709-D7206A552BE1}"/>
              </a:ext>
            </a:extLst>
          </p:cNvPr>
          <p:cNvSpPr txBox="1"/>
          <p:nvPr/>
        </p:nvSpPr>
        <p:spPr>
          <a:xfrm>
            <a:off x="3563595" y="2969372"/>
            <a:ext cx="281305" cy="101600"/>
          </a:xfrm>
          <a:prstGeom prst="rect">
            <a:avLst/>
          </a:prstGeom>
        </p:spPr>
        <p:txBody>
          <a:bodyPr vert="vert270" wrap="square" lIns="0" tIns="0" rIns="0" bIns="0" rtlCol="0">
            <a:spAutoFit/>
          </a:bodyPr>
          <a:lstStyle/>
          <a:p>
            <a:pPr marL="12700">
              <a:lnSpc>
                <a:spcPts val="2090"/>
              </a:lnSpc>
            </a:pPr>
            <a:r>
              <a:rPr sz="1800" b="1" dirty="0">
                <a:latin typeface="Arial"/>
                <a:cs typeface="Arial"/>
              </a:rPr>
              <a:t>`</a:t>
            </a:r>
            <a:endParaRPr sz="1800">
              <a:latin typeface="Arial"/>
              <a:cs typeface="Arial"/>
            </a:endParaRPr>
          </a:p>
        </p:txBody>
      </p:sp>
    </p:spTree>
    <p:extLst>
      <p:ext uri="{BB962C8B-B14F-4D97-AF65-F5344CB8AC3E}">
        <p14:creationId xmlns:p14="http://schemas.microsoft.com/office/powerpoint/2010/main" val="4220121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ko-KR" dirty="0">
                <a:latin typeface="+mn-lt"/>
              </a:rPr>
              <a:t>Unified Memory for AI Computer</a:t>
            </a:r>
            <a:endParaRPr lang="ko-KR" altLang="en-US" dirty="0">
              <a:latin typeface="+mn-lt"/>
            </a:endParaRPr>
          </a:p>
        </p:txBody>
      </p:sp>
      <p:sp>
        <p:nvSpPr>
          <p:cNvPr id="5" name="슬라이드 번호 개체 틀 4"/>
          <p:cNvSpPr>
            <a:spLocks noGrp="1"/>
          </p:cNvSpPr>
          <p:nvPr>
            <p:ph type="sldNum" sz="quarter" idx="12"/>
          </p:nvPr>
        </p:nvSpPr>
        <p:spPr/>
        <p:txBody>
          <a:bodyPr/>
          <a:lstStyle/>
          <a:p>
            <a:fld id="{60713B85-413F-4AF8-87EF-6B2EC5D22D3F}" type="slidenum">
              <a:rPr lang="ko-KR" altLang="en-US" smtClean="0"/>
              <a:t>19</a:t>
            </a:fld>
            <a:endParaRPr lang="ko-KR" altLang="en-US"/>
          </a:p>
        </p:txBody>
      </p:sp>
      <p:sp>
        <p:nvSpPr>
          <p:cNvPr id="38" name="object 4">
            <a:extLst>
              <a:ext uri="{FF2B5EF4-FFF2-40B4-BE49-F238E27FC236}">
                <a16:creationId xmlns:a16="http://schemas.microsoft.com/office/drawing/2014/main" id="{1F372C1D-5B59-4E71-AF01-39FC873E4B9D}"/>
              </a:ext>
            </a:extLst>
          </p:cNvPr>
          <p:cNvSpPr/>
          <p:nvPr/>
        </p:nvSpPr>
        <p:spPr>
          <a:xfrm>
            <a:off x="9885603" y="6474955"/>
            <a:ext cx="2306955" cy="0"/>
          </a:xfrm>
          <a:custGeom>
            <a:avLst/>
            <a:gdLst/>
            <a:ahLst/>
            <a:cxnLst/>
            <a:rect l="l" t="t" r="r" b="b"/>
            <a:pathLst>
              <a:path w="2306954">
                <a:moveTo>
                  <a:pt x="2306497" y="0"/>
                </a:moveTo>
                <a:lnTo>
                  <a:pt x="0" y="0"/>
                </a:lnTo>
              </a:path>
            </a:pathLst>
          </a:custGeom>
          <a:ln w="9359">
            <a:solidFill>
              <a:srgbClr val="3668AB"/>
            </a:solidFill>
          </a:ln>
        </p:spPr>
        <p:txBody>
          <a:bodyPr wrap="square" lIns="0" tIns="0" rIns="0" bIns="0" rtlCol="0"/>
          <a:lstStyle/>
          <a:p>
            <a:endParaRPr/>
          </a:p>
        </p:txBody>
      </p:sp>
      <p:pic>
        <p:nvPicPr>
          <p:cNvPr id="4" name="그림 3">
            <a:extLst>
              <a:ext uri="{FF2B5EF4-FFF2-40B4-BE49-F238E27FC236}">
                <a16:creationId xmlns:a16="http://schemas.microsoft.com/office/drawing/2014/main" id="{845A4CB0-BF6C-4DF3-8A01-CEA38AEFC2C8}"/>
              </a:ext>
            </a:extLst>
          </p:cNvPr>
          <p:cNvPicPr>
            <a:picLocks noChangeAspect="1"/>
          </p:cNvPicPr>
          <p:nvPr/>
        </p:nvPicPr>
        <p:blipFill>
          <a:blip r:embed="rId2"/>
          <a:stretch>
            <a:fillRect/>
          </a:stretch>
        </p:blipFill>
        <p:spPr>
          <a:xfrm>
            <a:off x="294465" y="1166227"/>
            <a:ext cx="11603069" cy="5144218"/>
          </a:xfrm>
          <a:prstGeom prst="rect">
            <a:avLst/>
          </a:prstGeom>
        </p:spPr>
      </p:pic>
    </p:spTree>
    <p:extLst>
      <p:ext uri="{BB962C8B-B14F-4D97-AF65-F5344CB8AC3E}">
        <p14:creationId xmlns:p14="http://schemas.microsoft.com/office/powerpoint/2010/main" val="1246307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361A03C6-FD3B-4A62-BDAD-BB5261DBF678}"/>
              </a:ext>
            </a:extLst>
          </p:cNvPr>
          <p:cNvSpPr>
            <a:spLocks noGrp="1"/>
          </p:cNvSpPr>
          <p:nvPr>
            <p:ph type="sldNum" sz="quarter" idx="12"/>
          </p:nvPr>
        </p:nvSpPr>
        <p:spPr/>
        <p:txBody>
          <a:bodyPr/>
          <a:lstStyle/>
          <a:p>
            <a:fld id="{60713B85-413F-4AF8-87EF-6B2EC5D22D3F}" type="slidenum">
              <a:rPr lang="ko-KR" altLang="en-US" smtClean="0"/>
              <a:pPr/>
              <a:t>20</a:t>
            </a:fld>
            <a:endParaRPr lang="ko-KR" altLang="en-US" dirty="0"/>
          </a:p>
        </p:txBody>
      </p:sp>
      <p:sp>
        <p:nvSpPr>
          <p:cNvPr id="5" name="제목 4">
            <a:extLst>
              <a:ext uri="{FF2B5EF4-FFF2-40B4-BE49-F238E27FC236}">
                <a16:creationId xmlns:a16="http://schemas.microsoft.com/office/drawing/2014/main" id="{4E7C6E9A-33F9-4C2A-8E69-210977D4F788}"/>
              </a:ext>
            </a:extLst>
          </p:cNvPr>
          <p:cNvSpPr>
            <a:spLocks noGrp="1"/>
          </p:cNvSpPr>
          <p:nvPr>
            <p:ph type="title"/>
          </p:nvPr>
        </p:nvSpPr>
        <p:spPr/>
        <p:txBody>
          <a:bodyPr/>
          <a:lstStyle/>
          <a:p>
            <a:r>
              <a:rPr lang="en-US" altLang="ko-KR" dirty="0"/>
              <a:t>CUDA (?)</a:t>
            </a:r>
            <a:endParaRPr lang="ko-KR" altLang="en-US" dirty="0"/>
          </a:p>
        </p:txBody>
      </p:sp>
      <p:sp>
        <p:nvSpPr>
          <p:cNvPr id="3" name="바닥글 개체 틀 2">
            <a:extLst>
              <a:ext uri="{FF2B5EF4-FFF2-40B4-BE49-F238E27FC236}">
                <a16:creationId xmlns:a16="http://schemas.microsoft.com/office/drawing/2014/main" id="{8303DD71-A7E4-48F8-802E-3E3B799AA26B}"/>
              </a:ext>
            </a:extLst>
          </p:cNvPr>
          <p:cNvSpPr>
            <a:spLocks noGrp="1"/>
          </p:cNvSpPr>
          <p:nvPr>
            <p:ph type="ftr" sz="quarter" idx="4294967295"/>
          </p:nvPr>
        </p:nvSpPr>
        <p:spPr>
          <a:xfrm>
            <a:off x="1700013" y="6480183"/>
            <a:ext cx="8791979" cy="365125"/>
          </a:xfrm>
        </p:spPr>
        <p:txBody>
          <a:bodyPr/>
          <a:lstStyle/>
          <a:p>
            <a:r>
              <a:rPr lang="ko-KR" altLang="en-US">
                <a:ea typeface="Noto Sans" panose="020B0502040504020204" pitchFamily="34"/>
              </a:rPr>
              <a:t>운영체제</a:t>
            </a:r>
            <a:r>
              <a:rPr lang="en-US" altLang="ko-KR">
                <a:ea typeface="Noto Sans" panose="020B0502040504020204" pitchFamily="34"/>
              </a:rPr>
              <a:t>, </a:t>
            </a:r>
            <a:r>
              <a:rPr lang="ko-KR" altLang="en-US">
                <a:ea typeface="Noto Sans" panose="020B0502040504020204" pitchFamily="34"/>
              </a:rPr>
              <a:t>김덕수 지음</a:t>
            </a:r>
            <a:r>
              <a:rPr lang="en-US" altLang="ko-KR">
                <a:ea typeface="Noto Sans" panose="020B0502040504020204" pitchFamily="34"/>
              </a:rPr>
              <a:t>, </a:t>
            </a:r>
            <a:r>
              <a:rPr lang="ko-KR" altLang="en-US">
                <a:ea typeface="Noto Sans" panose="020B0502040504020204" pitchFamily="34"/>
              </a:rPr>
              <a:t>길벗 캠퍼스</a:t>
            </a:r>
            <a:endParaRPr lang="ko-KR" altLang="en-US" dirty="0"/>
          </a:p>
        </p:txBody>
      </p:sp>
      <p:pic>
        <p:nvPicPr>
          <p:cNvPr id="7" name="그림 6">
            <a:extLst>
              <a:ext uri="{FF2B5EF4-FFF2-40B4-BE49-F238E27FC236}">
                <a16:creationId xmlns:a16="http://schemas.microsoft.com/office/drawing/2014/main" id="{0EF16E56-BECA-4F3D-B8FA-AF1AE73A5CA5}"/>
              </a:ext>
            </a:extLst>
          </p:cNvPr>
          <p:cNvPicPr>
            <a:picLocks noChangeAspect="1"/>
          </p:cNvPicPr>
          <p:nvPr/>
        </p:nvPicPr>
        <p:blipFill>
          <a:blip r:embed="rId2"/>
          <a:stretch>
            <a:fillRect/>
          </a:stretch>
        </p:blipFill>
        <p:spPr>
          <a:xfrm>
            <a:off x="1615597" y="1226450"/>
            <a:ext cx="9568785" cy="5565518"/>
          </a:xfrm>
          <a:prstGeom prst="rect">
            <a:avLst/>
          </a:prstGeom>
        </p:spPr>
      </p:pic>
      <p:sp>
        <p:nvSpPr>
          <p:cNvPr id="2" name="TextBox 1">
            <a:extLst>
              <a:ext uri="{FF2B5EF4-FFF2-40B4-BE49-F238E27FC236}">
                <a16:creationId xmlns:a16="http://schemas.microsoft.com/office/drawing/2014/main" id="{C878995B-CC84-449B-B471-58C5FBB259EE}"/>
              </a:ext>
            </a:extLst>
          </p:cNvPr>
          <p:cNvSpPr txBox="1"/>
          <p:nvPr/>
        </p:nvSpPr>
        <p:spPr>
          <a:xfrm>
            <a:off x="1990641" y="5381204"/>
            <a:ext cx="3204446" cy="369332"/>
          </a:xfrm>
          <a:prstGeom prst="rect">
            <a:avLst/>
          </a:prstGeom>
          <a:noFill/>
        </p:spPr>
        <p:txBody>
          <a:bodyPr wrap="square" rtlCol="0">
            <a:spAutoFit/>
          </a:bodyPr>
          <a:lstStyle/>
          <a:p>
            <a:r>
              <a:rPr lang="en-US" altLang="ko-KR" b="1" i="1" dirty="0">
                <a:solidFill>
                  <a:srgbClr val="C00000"/>
                </a:solidFill>
              </a:rPr>
              <a:t>(Kernel</a:t>
            </a:r>
            <a:r>
              <a:rPr lang="ko-KR" altLang="en-US" b="1" i="1" dirty="0">
                <a:solidFill>
                  <a:srgbClr val="C00000"/>
                </a:solidFill>
              </a:rPr>
              <a:t> </a:t>
            </a:r>
            <a:r>
              <a:rPr lang="en-US" altLang="ko-KR" b="1" i="1" dirty="0">
                <a:solidFill>
                  <a:srgbClr val="C00000"/>
                </a:solidFill>
              </a:rPr>
              <a:t>Programming)</a:t>
            </a:r>
            <a:endParaRPr lang="ko-KR" altLang="en-US" b="1" i="1" dirty="0">
              <a:solidFill>
                <a:srgbClr val="C00000"/>
              </a:solidFill>
            </a:endParaRPr>
          </a:p>
        </p:txBody>
      </p:sp>
    </p:spTree>
    <p:extLst>
      <p:ext uri="{BB962C8B-B14F-4D97-AF65-F5344CB8AC3E}">
        <p14:creationId xmlns:p14="http://schemas.microsoft.com/office/powerpoint/2010/main" val="12371836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9F367C8B-5D57-4DAB-84DA-13F9CA24F690}"/>
              </a:ext>
            </a:extLst>
          </p:cNvPr>
          <p:cNvSpPr>
            <a:spLocks noGrp="1"/>
          </p:cNvSpPr>
          <p:nvPr>
            <p:ph idx="1"/>
          </p:nvPr>
        </p:nvSpPr>
        <p:spPr>
          <a:xfrm>
            <a:off x="838200" y="1295408"/>
            <a:ext cx="10515600" cy="954178"/>
          </a:xfrm>
        </p:spPr>
        <p:txBody>
          <a:bodyPr>
            <a:normAutofit fontScale="70000" lnSpcReduction="20000"/>
          </a:bodyPr>
          <a:lstStyle/>
          <a:p>
            <a:r>
              <a:rPr lang="en-US" altLang="ko-KR" dirty="0"/>
              <a:t>Studio </a:t>
            </a:r>
            <a:r>
              <a:rPr lang="ko-KR" altLang="en-US" dirty="0"/>
              <a:t>드라이버</a:t>
            </a:r>
            <a:endParaRPr lang="en-US" altLang="ko-KR" dirty="0"/>
          </a:p>
          <a:p>
            <a:pPr marL="457200" lvl="1" indent="0">
              <a:buNone/>
            </a:pPr>
            <a:r>
              <a:rPr lang="en-US" altLang="ko-KR" dirty="0"/>
              <a:t>- NVIDIA Studio </a:t>
            </a:r>
            <a:r>
              <a:rPr lang="ko-KR" altLang="en-US" dirty="0"/>
              <a:t>드라이버는 아티스트와 디자이너가 크리에이티브 애플리케이션으로 작업할 때 최상의 성능과 신뢰성을 제공합니다</a:t>
            </a:r>
            <a:r>
              <a:rPr lang="en-US" altLang="ko-KR" dirty="0"/>
              <a:t>.</a:t>
            </a:r>
            <a:endParaRPr lang="ko-KR" altLang="en-US" dirty="0"/>
          </a:p>
        </p:txBody>
      </p:sp>
      <p:sp>
        <p:nvSpPr>
          <p:cNvPr id="3" name="슬라이드 번호 개체 틀 2">
            <a:extLst>
              <a:ext uri="{FF2B5EF4-FFF2-40B4-BE49-F238E27FC236}">
                <a16:creationId xmlns:a16="http://schemas.microsoft.com/office/drawing/2014/main" id="{2BA352DF-5A2F-468B-9347-EA9D2897520A}"/>
              </a:ext>
            </a:extLst>
          </p:cNvPr>
          <p:cNvSpPr>
            <a:spLocks noGrp="1"/>
          </p:cNvSpPr>
          <p:nvPr>
            <p:ph type="sldNum" sz="quarter" idx="12"/>
          </p:nvPr>
        </p:nvSpPr>
        <p:spPr/>
        <p:txBody>
          <a:bodyPr/>
          <a:lstStyle/>
          <a:p>
            <a:fld id="{60713B85-413F-4AF8-87EF-6B2EC5D22D3F}" type="slidenum">
              <a:rPr lang="ko-KR" altLang="en-US" smtClean="0"/>
              <a:pPr/>
              <a:t>21</a:t>
            </a:fld>
            <a:endParaRPr lang="ko-KR" altLang="en-US" dirty="0"/>
          </a:p>
        </p:txBody>
      </p:sp>
      <p:sp>
        <p:nvSpPr>
          <p:cNvPr id="4" name="제목 3">
            <a:extLst>
              <a:ext uri="{FF2B5EF4-FFF2-40B4-BE49-F238E27FC236}">
                <a16:creationId xmlns:a16="http://schemas.microsoft.com/office/drawing/2014/main" id="{21845818-5ABC-4884-A97A-A2985C93060E}"/>
              </a:ext>
            </a:extLst>
          </p:cNvPr>
          <p:cNvSpPr>
            <a:spLocks noGrp="1"/>
          </p:cNvSpPr>
          <p:nvPr>
            <p:ph type="title"/>
          </p:nvPr>
        </p:nvSpPr>
        <p:spPr/>
        <p:txBody>
          <a:bodyPr/>
          <a:lstStyle/>
          <a:p>
            <a:r>
              <a:rPr lang="en-US" altLang="ko-KR" dirty="0"/>
              <a:t>GeForce Driver + CUDA Toolkit</a:t>
            </a:r>
            <a:endParaRPr lang="ko-KR" altLang="en-US" dirty="0"/>
          </a:p>
        </p:txBody>
      </p:sp>
      <p:pic>
        <p:nvPicPr>
          <p:cNvPr id="1026" name="Picture 2" descr="NVIDIA Studio 드라이버">
            <a:extLst>
              <a:ext uri="{FF2B5EF4-FFF2-40B4-BE49-F238E27FC236}">
                <a16:creationId xmlns:a16="http://schemas.microsoft.com/office/drawing/2014/main" id="{38FA5AAE-0539-4422-A0EC-196386F58A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280" y="2543276"/>
            <a:ext cx="5543066" cy="3114675"/>
          </a:xfrm>
          <a:prstGeom prst="rect">
            <a:avLst/>
          </a:prstGeom>
          <a:noFill/>
          <a:extLst>
            <a:ext uri="{909E8E84-426E-40DD-AFC4-6F175D3DCCD1}">
              <a14:hiddenFill xmlns:a14="http://schemas.microsoft.com/office/drawing/2010/main">
                <a:solidFill>
                  <a:srgbClr val="FFFFFF"/>
                </a:solidFill>
              </a14:hiddenFill>
            </a:ext>
          </a:extLst>
        </p:spPr>
      </p:pic>
      <p:sp>
        <p:nvSpPr>
          <p:cNvPr id="5" name="십자형 4">
            <a:extLst>
              <a:ext uri="{FF2B5EF4-FFF2-40B4-BE49-F238E27FC236}">
                <a16:creationId xmlns:a16="http://schemas.microsoft.com/office/drawing/2014/main" id="{95F2781C-A0A5-4597-9E38-8255D1D1651D}"/>
              </a:ext>
            </a:extLst>
          </p:cNvPr>
          <p:cNvSpPr/>
          <p:nvPr/>
        </p:nvSpPr>
        <p:spPr>
          <a:xfrm>
            <a:off x="6934876" y="4021742"/>
            <a:ext cx="793019" cy="736375"/>
          </a:xfrm>
          <a:prstGeom prst="plus">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28" name="Picture 4" descr="NVIDIA CUDA Toolkit ">
            <a:extLst>
              <a:ext uri="{FF2B5EF4-FFF2-40B4-BE49-F238E27FC236}">
                <a16:creationId xmlns:a16="http://schemas.microsoft.com/office/drawing/2014/main" id="{01162A8F-FAE3-4A29-8AF6-992864117D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7895" y="2800451"/>
            <a:ext cx="3810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446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0194BF25-2011-4070-9D6E-9905CC70F1DE}"/>
              </a:ext>
            </a:extLst>
          </p:cNvPr>
          <p:cNvSpPr>
            <a:spLocks noGrp="1"/>
          </p:cNvSpPr>
          <p:nvPr>
            <p:ph type="sldNum" sz="quarter" idx="12"/>
          </p:nvPr>
        </p:nvSpPr>
        <p:spPr/>
        <p:txBody>
          <a:bodyPr/>
          <a:lstStyle/>
          <a:p>
            <a:fld id="{60713B85-413F-4AF8-87EF-6B2EC5D22D3F}" type="slidenum">
              <a:rPr lang="ko-KR" altLang="en-US" smtClean="0"/>
              <a:pPr/>
              <a:t>22</a:t>
            </a:fld>
            <a:endParaRPr lang="ko-KR" altLang="en-US" dirty="0"/>
          </a:p>
        </p:txBody>
      </p:sp>
      <p:sp>
        <p:nvSpPr>
          <p:cNvPr id="5" name="제목 4">
            <a:extLst>
              <a:ext uri="{FF2B5EF4-FFF2-40B4-BE49-F238E27FC236}">
                <a16:creationId xmlns:a16="http://schemas.microsoft.com/office/drawing/2014/main" id="{B322D2CF-D2F0-459D-85C7-E519C0387255}"/>
              </a:ext>
            </a:extLst>
          </p:cNvPr>
          <p:cNvSpPr>
            <a:spLocks noGrp="1"/>
          </p:cNvSpPr>
          <p:nvPr>
            <p:ph type="title"/>
          </p:nvPr>
        </p:nvSpPr>
        <p:spPr/>
        <p:txBody>
          <a:bodyPr/>
          <a:lstStyle/>
          <a:p>
            <a:r>
              <a:rPr lang="en-US" altLang="ko-KR" dirty="0"/>
              <a:t>Full GPU </a:t>
            </a:r>
            <a:r>
              <a:rPr lang="ko-KR" altLang="en-US" dirty="0"/>
              <a:t>사양</a:t>
            </a:r>
            <a:r>
              <a:rPr lang="en-US" altLang="ko-KR" dirty="0"/>
              <a:t>/</a:t>
            </a:r>
            <a:r>
              <a:rPr lang="ko-KR" altLang="en-US" dirty="0"/>
              <a:t>모습</a:t>
            </a:r>
          </a:p>
        </p:txBody>
      </p:sp>
      <p:pic>
        <p:nvPicPr>
          <p:cNvPr id="7" name="그림 6">
            <a:extLst>
              <a:ext uri="{FF2B5EF4-FFF2-40B4-BE49-F238E27FC236}">
                <a16:creationId xmlns:a16="http://schemas.microsoft.com/office/drawing/2014/main" id="{13AE1C4A-1647-433D-8278-1BD610ABF5A2}"/>
              </a:ext>
            </a:extLst>
          </p:cNvPr>
          <p:cNvPicPr>
            <a:picLocks noChangeAspect="1"/>
          </p:cNvPicPr>
          <p:nvPr/>
        </p:nvPicPr>
        <p:blipFill>
          <a:blip r:embed="rId2"/>
          <a:stretch>
            <a:fillRect/>
          </a:stretch>
        </p:blipFill>
        <p:spPr>
          <a:xfrm>
            <a:off x="0" y="1141138"/>
            <a:ext cx="12192000" cy="5556120"/>
          </a:xfrm>
          <a:prstGeom prst="rect">
            <a:avLst/>
          </a:prstGeom>
        </p:spPr>
      </p:pic>
    </p:spTree>
    <p:extLst>
      <p:ext uri="{BB962C8B-B14F-4D97-AF65-F5344CB8AC3E}">
        <p14:creationId xmlns:p14="http://schemas.microsoft.com/office/powerpoint/2010/main" val="1552159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6A5646BD-EF8E-41C9-AF14-71FF6DA30667}"/>
              </a:ext>
            </a:extLst>
          </p:cNvPr>
          <p:cNvSpPr>
            <a:spLocks noGrp="1"/>
          </p:cNvSpPr>
          <p:nvPr>
            <p:ph type="sldNum" sz="quarter" idx="12"/>
          </p:nvPr>
        </p:nvSpPr>
        <p:spPr/>
        <p:txBody>
          <a:bodyPr/>
          <a:lstStyle/>
          <a:p>
            <a:fld id="{60713B85-413F-4AF8-87EF-6B2EC5D22D3F}" type="slidenum">
              <a:rPr lang="ko-KR" altLang="en-US" smtClean="0"/>
              <a:pPr/>
              <a:t>23</a:t>
            </a:fld>
            <a:endParaRPr lang="ko-KR" altLang="en-US" dirty="0"/>
          </a:p>
        </p:txBody>
      </p:sp>
      <p:sp>
        <p:nvSpPr>
          <p:cNvPr id="5" name="제목 4">
            <a:extLst>
              <a:ext uri="{FF2B5EF4-FFF2-40B4-BE49-F238E27FC236}">
                <a16:creationId xmlns:a16="http://schemas.microsoft.com/office/drawing/2014/main" id="{D6999A73-E337-4995-B652-1A2FFBB349FD}"/>
              </a:ext>
            </a:extLst>
          </p:cNvPr>
          <p:cNvSpPr>
            <a:spLocks noGrp="1"/>
          </p:cNvSpPr>
          <p:nvPr>
            <p:ph type="title"/>
          </p:nvPr>
        </p:nvSpPr>
        <p:spPr/>
        <p:txBody>
          <a:bodyPr/>
          <a:lstStyle/>
          <a:p>
            <a:r>
              <a:rPr lang="ko-KR" altLang="en-US" dirty="0"/>
              <a:t>우송</a:t>
            </a:r>
            <a:r>
              <a:rPr lang="en-US" altLang="ko-KR" dirty="0"/>
              <a:t> L40S</a:t>
            </a:r>
            <a:r>
              <a:rPr lang="ko-KR" altLang="en-US" dirty="0"/>
              <a:t> </a:t>
            </a:r>
            <a:r>
              <a:rPr lang="en-US" altLang="ko-KR" dirty="0"/>
              <a:t>GPU</a:t>
            </a:r>
            <a:r>
              <a:rPr lang="ko-KR" altLang="en-US" dirty="0"/>
              <a:t> </a:t>
            </a:r>
            <a:r>
              <a:rPr lang="en-US" altLang="ko-KR" dirty="0"/>
              <a:t>Server</a:t>
            </a:r>
            <a:endParaRPr lang="ko-KR" altLang="en-US" dirty="0"/>
          </a:p>
        </p:txBody>
      </p:sp>
      <p:sp>
        <p:nvSpPr>
          <p:cNvPr id="2" name="내용 개체 틀 1">
            <a:extLst>
              <a:ext uri="{FF2B5EF4-FFF2-40B4-BE49-F238E27FC236}">
                <a16:creationId xmlns:a16="http://schemas.microsoft.com/office/drawing/2014/main" id="{FBEA9AF0-0C91-4D58-9D6C-900334A1AD31}"/>
              </a:ext>
            </a:extLst>
          </p:cNvPr>
          <p:cNvSpPr>
            <a:spLocks noGrp="1"/>
          </p:cNvSpPr>
          <p:nvPr>
            <p:ph idx="1"/>
          </p:nvPr>
        </p:nvSpPr>
        <p:spPr>
          <a:xfrm>
            <a:off x="838200" y="1295407"/>
            <a:ext cx="10515600" cy="863331"/>
          </a:xfrm>
        </p:spPr>
        <p:txBody>
          <a:bodyPr/>
          <a:lstStyle/>
          <a:p>
            <a:r>
              <a:rPr lang="ko-KR" altLang="en-US" dirty="0"/>
              <a:t>서버 사양</a:t>
            </a:r>
          </a:p>
        </p:txBody>
      </p:sp>
      <p:sp>
        <p:nvSpPr>
          <p:cNvPr id="7" name="object 17">
            <a:extLst>
              <a:ext uri="{FF2B5EF4-FFF2-40B4-BE49-F238E27FC236}">
                <a16:creationId xmlns:a16="http://schemas.microsoft.com/office/drawing/2014/main" id="{329578F7-A610-4E60-9684-A06F6F3C2C24}"/>
              </a:ext>
            </a:extLst>
          </p:cNvPr>
          <p:cNvSpPr txBox="1"/>
          <p:nvPr/>
        </p:nvSpPr>
        <p:spPr>
          <a:xfrm>
            <a:off x="6637901" y="2219260"/>
            <a:ext cx="3688520" cy="1336904"/>
          </a:xfrm>
          <a:prstGeom prst="rect">
            <a:avLst/>
          </a:prstGeom>
        </p:spPr>
        <p:txBody>
          <a:bodyPr vert="horz" wrap="square" lIns="0" tIns="13335" rIns="0" bIns="0" rtlCol="0">
            <a:spAutoFit/>
          </a:bodyPr>
          <a:lstStyle/>
          <a:p>
            <a:pPr marL="12700">
              <a:spcBef>
                <a:spcPts val="105"/>
              </a:spcBef>
            </a:pPr>
            <a:r>
              <a:rPr sz="1600" b="1" spc="-15" dirty="0">
                <a:latin typeface="Calibri"/>
                <a:cs typeface="Calibri"/>
              </a:rPr>
              <a:t>Mater/Worker </a:t>
            </a:r>
            <a:r>
              <a:rPr sz="1600" b="1" dirty="0">
                <a:latin typeface="Calibri"/>
                <a:cs typeface="Calibri"/>
              </a:rPr>
              <a:t>node(GPU</a:t>
            </a:r>
            <a:r>
              <a:rPr sz="1600" b="1" spc="-80" dirty="0">
                <a:latin typeface="Calibri"/>
                <a:cs typeface="Calibri"/>
              </a:rPr>
              <a:t> </a:t>
            </a:r>
            <a:r>
              <a:rPr sz="1600" b="1" spc="-5" dirty="0">
                <a:latin typeface="Calibri"/>
                <a:cs typeface="Calibri"/>
              </a:rPr>
              <a:t>node)</a:t>
            </a:r>
            <a:endParaRPr sz="1600" dirty="0">
              <a:latin typeface="Calibri"/>
              <a:cs typeface="Calibri"/>
            </a:endParaRPr>
          </a:p>
          <a:p>
            <a:pPr marL="233679" indent="-151130">
              <a:spcBef>
                <a:spcPts val="15"/>
              </a:spcBef>
              <a:buAutoNum type="arabicPeriod"/>
              <a:tabLst>
                <a:tab pos="233679" algn="l"/>
              </a:tabLst>
            </a:pPr>
            <a:r>
              <a:rPr sz="1400" spc="-5" dirty="0">
                <a:latin typeface="Calibri"/>
                <a:cs typeface="Calibri"/>
              </a:rPr>
              <a:t>Gigabyte </a:t>
            </a:r>
            <a:r>
              <a:rPr sz="1400" dirty="0">
                <a:latin typeface="Calibri"/>
                <a:cs typeface="Calibri"/>
              </a:rPr>
              <a:t>GPU </a:t>
            </a:r>
            <a:r>
              <a:rPr sz="1400" spc="-5" dirty="0">
                <a:latin typeface="Calibri"/>
                <a:cs typeface="Calibri"/>
              </a:rPr>
              <a:t>Server</a:t>
            </a:r>
            <a:r>
              <a:rPr sz="1400" spc="-25" dirty="0">
                <a:latin typeface="Calibri"/>
                <a:cs typeface="Calibri"/>
              </a:rPr>
              <a:t> </a:t>
            </a:r>
            <a:r>
              <a:rPr sz="1400" dirty="0">
                <a:latin typeface="Calibri"/>
                <a:cs typeface="Calibri"/>
              </a:rPr>
              <a:t>G493-SB1-AAP1</a:t>
            </a:r>
          </a:p>
          <a:p>
            <a:pPr marL="233679" indent="-151130">
              <a:spcBef>
                <a:spcPts val="5"/>
              </a:spcBef>
              <a:buAutoNum type="arabicPeriod"/>
              <a:tabLst>
                <a:tab pos="233679" algn="l"/>
              </a:tabLst>
            </a:pPr>
            <a:r>
              <a:rPr sz="1400" spc="-5" dirty="0">
                <a:latin typeface="Calibri"/>
                <a:cs typeface="Calibri"/>
              </a:rPr>
              <a:t>CPU </a:t>
            </a:r>
            <a:r>
              <a:rPr sz="1400" dirty="0">
                <a:latin typeface="Calibri"/>
                <a:cs typeface="Calibri"/>
              </a:rPr>
              <a:t>: </a:t>
            </a:r>
            <a:r>
              <a:rPr sz="1400" spc="-10" dirty="0">
                <a:latin typeface="Calibri"/>
                <a:cs typeface="Calibri"/>
              </a:rPr>
              <a:t>XEON(R) </a:t>
            </a:r>
            <a:r>
              <a:rPr sz="1400" spc="-5" dirty="0">
                <a:latin typeface="Calibri"/>
                <a:cs typeface="Calibri"/>
              </a:rPr>
              <a:t>GOLD</a:t>
            </a:r>
            <a:r>
              <a:rPr sz="1400" spc="35" dirty="0">
                <a:latin typeface="Calibri"/>
                <a:cs typeface="Calibri"/>
              </a:rPr>
              <a:t> </a:t>
            </a:r>
            <a:r>
              <a:rPr sz="1400" dirty="0">
                <a:latin typeface="Calibri"/>
                <a:cs typeface="Calibri"/>
              </a:rPr>
              <a:t>6530</a:t>
            </a:r>
          </a:p>
          <a:p>
            <a:pPr marL="233679" indent="-151130">
              <a:buAutoNum type="arabicPeriod"/>
              <a:tabLst>
                <a:tab pos="233679" algn="l"/>
              </a:tabLst>
            </a:pPr>
            <a:r>
              <a:rPr sz="1400" spc="-5" dirty="0">
                <a:latin typeface="Calibri"/>
                <a:cs typeface="Calibri"/>
              </a:rPr>
              <a:t>CPU </a:t>
            </a:r>
            <a:r>
              <a:rPr sz="1400" spc="-10" dirty="0">
                <a:latin typeface="Calibri"/>
                <a:cs typeface="Calibri"/>
              </a:rPr>
              <a:t>cores </a:t>
            </a:r>
            <a:r>
              <a:rPr sz="1400" dirty="0">
                <a:latin typeface="Calibri"/>
                <a:cs typeface="Calibri"/>
              </a:rPr>
              <a:t>: 2 </a:t>
            </a:r>
            <a:r>
              <a:rPr sz="1400" spc="-25" dirty="0">
                <a:latin typeface="Calibri"/>
                <a:cs typeface="Calibri"/>
              </a:rPr>
              <a:t>Socker, </a:t>
            </a:r>
            <a:r>
              <a:rPr sz="1400" spc="-5" dirty="0">
                <a:latin typeface="Calibri"/>
                <a:cs typeface="Calibri"/>
              </a:rPr>
              <a:t>32C/64T </a:t>
            </a:r>
            <a:r>
              <a:rPr sz="1400" dirty="0">
                <a:latin typeface="Calibri"/>
                <a:cs typeface="Calibri"/>
              </a:rPr>
              <a:t>-&gt; </a:t>
            </a:r>
            <a:r>
              <a:rPr sz="1400" b="1" dirty="0">
                <a:solidFill>
                  <a:srgbClr val="0000FF"/>
                </a:solidFill>
                <a:latin typeface="Calibri"/>
                <a:cs typeface="Calibri"/>
              </a:rPr>
              <a:t>128</a:t>
            </a:r>
            <a:r>
              <a:rPr sz="1400" b="1" spc="130" dirty="0">
                <a:solidFill>
                  <a:srgbClr val="0000FF"/>
                </a:solidFill>
                <a:latin typeface="Calibri"/>
                <a:cs typeface="Calibri"/>
              </a:rPr>
              <a:t> </a:t>
            </a:r>
            <a:r>
              <a:rPr sz="1400" b="1" spc="-10" dirty="0">
                <a:solidFill>
                  <a:srgbClr val="0000FF"/>
                </a:solidFill>
                <a:latin typeface="Calibri"/>
                <a:cs typeface="Calibri"/>
              </a:rPr>
              <a:t>cores</a:t>
            </a:r>
            <a:endParaRPr sz="1400" b="1" dirty="0">
              <a:solidFill>
                <a:srgbClr val="0000FF"/>
              </a:solidFill>
              <a:latin typeface="Calibri"/>
              <a:cs typeface="Calibri"/>
            </a:endParaRPr>
          </a:p>
          <a:p>
            <a:pPr marL="233679" indent="-151130">
              <a:buAutoNum type="arabicPeriod"/>
              <a:tabLst>
                <a:tab pos="233679" algn="l"/>
              </a:tabLst>
            </a:pPr>
            <a:r>
              <a:rPr sz="1400" dirty="0">
                <a:latin typeface="Calibri"/>
                <a:cs typeface="Calibri"/>
              </a:rPr>
              <a:t>Memory : 512</a:t>
            </a:r>
            <a:r>
              <a:rPr sz="1400" spc="-10" dirty="0">
                <a:latin typeface="Calibri"/>
                <a:cs typeface="Calibri"/>
              </a:rPr>
              <a:t> </a:t>
            </a:r>
            <a:r>
              <a:rPr sz="1400" dirty="0">
                <a:latin typeface="Calibri"/>
                <a:cs typeface="Calibri"/>
              </a:rPr>
              <a:t>GB</a:t>
            </a:r>
          </a:p>
          <a:p>
            <a:pPr marL="233679" indent="-151130">
              <a:buAutoNum type="arabicPeriod"/>
              <a:tabLst>
                <a:tab pos="233679" algn="l"/>
              </a:tabLst>
            </a:pPr>
            <a:r>
              <a:rPr sz="1400" spc="-10" dirty="0">
                <a:latin typeface="Calibri"/>
                <a:cs typeface="Calibri"/>
              </a:rPr>
              <a:t>Storage </a:t>
            </a:r>
            <a:r>
              <a:rPr sz="1400" dirty="0">
                <a:latin typeface="Calibri"/>
                <a:cs typeface="Calibri"/>
              </a:rPr>
              <a:t>: </a:t>
            </a:r>
            <a:r>
              <a:rPr sz="1400" spc="-5" dirty="0">
                <a:latin typeface="Calibri"/>
                <a:cs typeface="Calibri"/>
              </a:rPr>
              <a:t>SSD 1TB(RAID1, OS), SSD 7TB(data)</a:t>
            </a:r>
            <a:endParaRPr sz="1400" dirty="0">
              <a:latin typeface="Calibri"/>
              <a:cs typeface="Calibri"/>
            </a:endParaRPr>
          </a:p>
        </p:txBody>
      </p:sp>
      <p:sp>
        <p:nvSpPr>
          <p:cNvPr id="8" name="object 18">
            <a:extLst>
              <a:ext uri="{FF2B5EF4-FFF2-40B4-BE49-F238E27FC236}">
                <a16:creationId xmlns:a16="http://schemas.microsoft.com/office/drawing/2014/main" id="{F4344571-9525-4E45-AA20-6176D28AEC69}"/>
              </a:ext>
            </a:extLst>
          </p:cNvPr>
          <p:cNvSpPr txBox="1"/>
          <p:nvPr/>
        </p:nvSpPr>
        <p:spPr>
          <a:xfrm>
            <a:off x="5363718" y="4724401"/>
            <a:ext cx="4770883" cy="1551707"/>
          </a:xfrm>
          <a:prstGeom prst="rect">
            <a:avLst/>
          </a:prstGeom>
        </p:spPr>
        <p:txBody>
          <a:bodyPr vert="horz" wrap="square" lIns="0" tIns="12700" rIns="0" bIns="0" rtlCol="0">
            <a:spAutoFit/>
          </a:bodyPr>
          <a:lstStyle/>
          <a:p>
            <a:pPr marL="12700">
              <a:spcBef>
                <a:spcPts val="100"/>
              </a:spcBef>
            </a:pPr>
            <a:r>
              <a:rPr sz="1600" b="1" dirty="0">
                <a:latin typeface="Calibri"/>
                <a:cs typeface="Calibri"/>
              </a:rPr>
              <a:t>GPU</a:t>
            </a:r>
            <a:r>
              <a:rPr sz="1600" b="1" spc="-20" dirty="0">
                <a:latin typeface="Calibri"/>
                <a:cs typeface="Calibri"/>
              </a:rPr>
              <a:t> </a:t>
            </a:r>
            <a:r>
              <a:rPr sz="1600" b="1" dirty="0">
                <a:latin typeface="Calibri"/>
                <a:cs typeface="Calibri"/>
              </a:rPr>
              <a:t>:</a:t>
            </a:r>
            <a:r>
              <a:rPr sz="1600" b="1" spc="-15" dirty="0">
                <a:latin typeface="Calibri"/>
                <a:cs typeface="Calibri"/>
              </a:rPr>
              <a:t> </a:t>
            </a:r>
            <a:r>
              <a:rPr sz="1600" b="1" dirty="0">
                <a:latin typeface="Calibri"/>
                <a:cs typeface="Calibri"/>
              </a:rPr>
              <a:t>4</a:t>
            </a:r>
            <a:r>
              <a:rPr sz="1600" b="1" dirty="0">
                <a:latin typeface="맑은 고딕"/>
                <a:cs typeface="맑은 고딕"/>
              </a:rPr>
              <a:t>개</a:t>
            </a:r>
            <a:r>
              <a:rPr sz="1600" b="1" spc="-185" dirty="0">
                <a:latin typeface="맑은 고딕"/>
                <a:cs typeface="맑은 고딕"/>
              </a:rPr>
              <a:t> </a:t>
            </a:r>
            <a:r>
              <a:rPr sz="1600" b="1" dirty="0">
                <a:latin typeface="맑은 고딕"/>
                <a:cs typeface="맑은 고딕"/>
              </a:rPr>
              <a:t>장착</a:t>
            </a:r>
            <a:r>
              <a:rPr sz="1600" b="1" spc="-200" dirty="0">
                <a:latin typeface="맑은 고딕"/>
                <a:cs typeface="맑은 고딕"/>
              </a:rPr>
              <a:t> </a:t>
            </a:r>
            <a:r>
              <a:rPr sz="1600" b="1" dirty="0">
                <a:latin typeface="맑은 고딕"/>
                <a:cs typeface="맑은 고딕"/>
              </a:rPr>
              <a:t>됨</a:t>
            </a:r>
            <a:endParaRPr sz="1600" dirty="0">
              <a:latin typeface="맑은 고딕"/>
              <a:cs typeface="맑은 고딕"/>
            </a:endParaRPr>
          </a:p>
          <a:p>
            <a:pPr marL="233679" indent="-151130">
              <a:spcBef>
                <a:spcPts val="10"/>
              </a:spcBef>
              <a:buAutoNum type="arabicPeriod"/>
              <a:tabLst>
                <a:tab pos="233679" algn="l"/>
              </a:tabLst>
            </a:pPr>
            <a:r>
              <a:rPr sz="1400" dirty="0">
                <a:latin typeface="Calibri"/>
                <a:cs typeface="Calibri"/>
              </a:rPr>
              <a:t>NVIDIA</a:t>
            </a:r>
            <a:r>
              <a:rPr sz="1400" spc="-30" dirty="0">
                <a:latin typeface="Calibri"/>
                <a:cs typeface="Calibri"/>
              </a:rPr>
              <a:t> </a:t>
            </a:r>
            <a:r>
              <a:rPr sz="1400" spc="-5" dirty="0">
                <a:latin typeface="Calibri"/>
                <a:cs typeface="Calibri"/>
              </a:rPr>
              <a:t>L40S</a:t>
            </a:r>
            <a:endParaRPr sz="1400" dirty="0">
              <a:latin typeface="Calibri"/>
              <a:cs typeface="Calibri"/>
            </a:endParaRPr>
          </a:p>
          <a:p>
            <a:pPr marL="233679" indent="-151130">
              <a:spcBef>
                <a:spcPts val="15"/>
              </a:spcBef>
              <a:buAutoNum type="arabicPeriod"/>
              <a:tabLst>
                <a:tab pos="233679" algn="l"/>
              </a:tabLst>
            </a:pPr>
            <a:r>
              <a:rPr sz="1400" dirty="0">
                <a:latin typeface="Calibri"/>
                <a:cs typeface="Calibri"/>
              </a:rPr>
              <a:t>GPU </a:t>
            </a:r>
            <a:r>
              <a:rPr sz="1400" dirty="0">
                <a:latin typeface="맑은 고딕"/>
                <a:cs typeface="맑은 고딕"/>
              </a:rPr>
              <a:t>아키텍처</a:t>
            </a:r>
            <a:r>
              <a:rPr sz="1400" spc="-220" dirty="0">
                <a:latin typeface="맑은 고딕"/>
                <a:cs typeface="맑은 고딕"/>
              </a:rPr>
              <a:t> </a:t>
            </a:r>
            <a:r>
              <a:rPr sz="1400" dirty="0">
                <a:latin typeface="Calibri"/>
                <a:cs typeface="Calibri"/>
              </a:rPr>
              <a:t>: NVIDIA </a:t>
            </a:r>
            <a:r>
              <a:rPr sz="1400" b="1" dirty="0">
                <a:solidFill>
                  <a:srgbClr val="C00000"/>
                </a:solidFill>
                <a:latin typeface="Calibri"/>
                <a:cs typeface="Calibri"/>
              </a:rPr>
              <a:t>Ada </a:t>
            </a:r>
            <a:r>
              <a:rPr sz="1400" b="1" spc="-5" dirty="0">
                <a:solidFill>
                  <a:srgbClr val="C00000"/>
                </a:solidFill>
                <a:latin typeface="Calibri"/>
                <a:cs typeface="Calibri"/>
              </a:rPr>
              <a:t>Lovelace </a:t>
            </a:r>
            <a:r>
              <a:rPr sz="1400" spc="-5" dirty="0">
                <a:latin typeface="Calibri"/>
                <a:cs typeface="Calibri"/>
              </a:rPr>
              <a:t>Architecture</a:t>
            </a:r>
            <a:endParaRPr sz="1400" dirty="0">
              <a:latin typeface="Calibri"/>
              <a:cs typeface="Calibri"/>
            </a:endParaRPr>
          </a:p>
          <a:p>
            <a:pPr marL="233679" indent="-151130">
              <a:buAutoNum type="arabicPeriod"/>
              <a:tabLst>
                <a:tab pos="233679" algn="l"/>
              </a:tabLst>
            </a:pPr>
            <a:r>
              <a:rPr sz="1400" spc="-5" dirty="0">
                <a:latin typeface="Calibri"/>
                <a:cs typeface="Calibri"/>
              </a:rPr>
              <a:t>CUDA</a:t>
            </a:r>
            <a:r>
              <a:rPr sz="1400" dirty="0">
                <a:latin typeface="Calibri"/>
                <a:cs typeface="Calibri"/>
              </a:rPr>
              <a:t> </a:t>
            </a:r>
            <a:r>
              <a:rPr sz="1400" dirty="0">
                <a:latin typeface="맑은 고딕"/>
                <a:cs typeface="맑은 고딕"/>
              </a:rPr>
              <a:t>병렬</a:t>
            </a:r>
            <a:r>
              <a:rPr sz="1400" spc="-155" dirty="0">
                <a:latin typeface="맑은 고딕"/>
                <a:cs typeface="맑은 고딕"/>
              </a:rPr>
              <a:t> </a:t>
            </a:r>
            <a:r>
              <a:rPr sz="1400" dirty="0">
                <a:latin typeface="맑은 고딕"/>
                <a:cs typeface="맑은 고딕"/>
              </a:rPr>
              <a:t>처리</a:t>
            </a:r>
            <a:r>
              <a:rPr sz="1400" spc="-155" dirty="0">
                <a:latin typeface="맑은 고딕"/>
                <a:cs typeface="맑은 고딕"/>
              </a:rPr>
              <a:t> </a:t>
            </a:r>
            <a:r>
              <a:rPr sz="1400" dirty="0">
                <a:latin typeface="맑은 고딕"/>
                <a:cs typeface="맑은 고딕"/>
              </a:rPr>
              <a:t>코어</a:t>
            </a:r>
            <a:r>
              <a:rPr sz="1400" spc="-155" dirty="0">
                <a:latin typeface="맑은 고딕"/>
                <a:cs typeface="맑은 고딕"/>
              </a:rPr>
              <a:t> </a:t>
            </a:r>
            <a:r>
              <a:rPr sz="1400" dirty="0">
                <a:latin typeface="Calibri"/>
                <a:cs typeface="Calibri"/>
              </a:rPr>
              <a:t>: 18,176</a:t>
            </a:r>
          </a:p>
          <a:p>
            <a:pPr marL="233679" indent="-151130">
              <a:buFont typeface="Calibri"/>
              <a:buAutoNum type="arabicPeriod"/>
              <a:tabLst>
                <a:tab pos="233679" algn="l"/>
              </a:tabLst>
            </a:pPr>
            <a:r>
              <a:rPr sz="1400" spc="-5" dirty="0">
                <a:latin typeface="맑은 고딕"/>
                <a:cs typeface="맑은 고딕"/>
              </a:rPr>
              <a:t>단정도 성능</a:t>
            </a:r>
            <a:r>
              <a:rPr sz="1400" spc="-5" dirty="0">
                <a:latin typeface="Calibri"/>
                <a:cs typeface="Calibri"/>
              </a:rPr>
              <a:t>(FP32) </a:t>
            </a:r>
            <a:r>
              <a:rPr sz="1400" dirty="0">
                <a:latin typeface="Calibri"/>
                <a:cs typeface="Calibri"/>
              </a:rPr>
              <a:t>:</a:t>
            </a:r>
            <a:r>
              <a:rPr sz="1400" spc="-135" dirty="0">
                <a:latin typeface="Calibri"/>
                <a:cs typeface="Calibri"/>
              </a:rPr>
              <a:t> </a:t>
            </a:r>
            <a:r>
              <a:rPr sz="1400" spc="-5" dirty="0">
                <a:latin typeface="Calibri"/>
                <a:cs typeface="Calibri"/>
              </a:rPr>
              <a:t>91.6</a:t>
            </a:r>
            <a:r>
              <a:rPr sz="1400" spc="-5" dirty="0">
                <a:latin typeface="맑은 고딕"/>
                <a:cs typeface="맑은 고딕"/>
              </a:rPr>
              <a:t>테라플롭스</a:t>
            </a:r>
            <a:endParaRPr sz="1400" dirty="0">
              <a:latin typeface="맑은 고딕"/>
              <a:cs typeface="맑은 고딕"/>
            </a:endParaRPr>
          </a:p>
          <a:p>
            <a:pPr marL="233679" indent="-151130">
              <a:buAutoNum type="arabicPeriod"/>
              <a:tabLst>
                <a:tab pos="233679" algn="l"/>
              </a:tabLst>
            </a:pPr>
            <a:r>
              <a:rPr sz="1400" dirty="0">
                <a:latin typeface="Calibri"/>
                <a:cs typeface="Calibri"/>
              </a:rPr>
              <a:t>GPU </a:t>
            </a:r>
            <a:r>
              <a:rPr sz="1400" dirty="0">
                <a:latin typeface="맑은 고딕"/>
                <a:cs typeface="맑은 고딕"/>
              </a:rPr>
              <a:t>메모리 </a:t>
            </a:r>
            <a:r>
              <a:rPr sz="1400" dirty="0">
                <a:latin typeface="Calibri"/>
                <a:cs typeface="Calibri"/>
              </a:rPr>
              <a:t>: </a:t>
            </a:r>
            <a:r>
              <a:rPr sz="1400" spc="-5" dirty="0">
                <a:latin typeface="Calibri"/>
                <a:cs typeface="Calibri"/>
              </a:rPr>
              <a:t>ECC </a:t>
            </a:r>
            <a:r>
              <a:rPr sz="1400" dirty="0">
                <a:latin typeface="맑은 고딕"/>
                <a:cs typeface="맑은 고딕"/>
              </a:rPr>
              <a:t>포함</a:t>
            </a:r>
            <a:r>
              <a:rPr sz="1400" spc="-300" dirty="0">
                <a:latin typeface="맑은 고딕"/>
                <a:cs typeface="맑은 고딕"/>
              </a:rPr>
              <a:t> </a:t>
            </a:r>
            <a:r>
              <a:rPr sz="1400" b="1" dirty="0">
                <a:solidFill>
                  <a:srgbClr val="0000FF"/>
                </a:solidFill>
                <a:latin typeface="Calibri"/>
                <a:cs typeface="Calibri"/>
              </a:rPr>
              <a:t>48GB GDDR6</a:t>
            </a:r>
          </a:p>
          <a:p>
            <a:pPr marL="233679" indent="-151130">
              <a:buFont typeface="Calibri"/>
              <a:buAutoNum type="arabicPeriod"/>
              <a:tabLst>
                <a:tab pos="233679" algn="l"/>
              </a:tabLst>
            </a:pPr>
            <a:r>
              <a:rPr sz="1400" dirty="0">
                <a:latin typeface="맑은 고딕"/>
                <a:cs typeface="맑은 고딕"/>
              </a:rPr>
              <a:t>전력</a:t>
            </a:r>
            <a:r>
              <a:rPr sz="1400" spc="-155" dirty="0">
                <a:latin typeface="맑은 고딕"/>
                <a:cs typeface="맑은 고딕"/>
              </a:rPr>
              <a:t> </a:t>
            </a:r>
            <a:r>
              <a:rPr sz="1400" dirty="0">
                <a:latin typeface="맑은 고딕"/>
                <a:cs typeface="맑은 고딕"/>
              </a:rPr>
              <a:t>소비량</a:t>
            </a:r>
            <a:r>
              <a:rPr sz="1400" spc="-155" dirty="0">
                <a:latin typeface="맑은 고딕"/>
                <a:cs typeface="맑은 고딕"/>
              </a:rPr>
              <a:t> </a:t>
            </a:r>
            <a:r>
              <a:rPr sz="1400" dirty="0">
                <a:latin typeface="Calibri"/>
                <a:cs typeface="Calibri"/>
              </a:rPr>
              <a:t>: </a:t>
            </a:r>
            <a:r>
              <a:rPr sz="1400" dirty="0">
                <a:latin typeface="맑은 고딕"/>
                <a:cs typeface="맑은 고딕"/>
              </a:rPr>
              <a:t>최대</a:t>
            </a:r>
            <a:r>
              <a:rPr sz="1400" spc="-155" dirty="0">
                <a:latin typeface="맑은 고딕"/>
                <a:cs typeface="맑은 고딕"/>
              </a:rPr>
              <a:t> </a:t>
            </a:r>
            <a:r>
              <a:rPr sz="1400" dirty="0">
                <a:latin typeface="Calibri"/>
                <a:cs typeface="Calibri"/>
              </a:rPr>
              <a:t>350W(</a:t>
            </a:r>
            <a:r>
              <a:rPr sz="1400" dirty="0">
                <a:latin typeface="맑은 고딕"/>
                <a:cs typeface="맑은 고딕"/>
              </a:rPr>
              <a:t>구성</a:t>
            </a:r>
            <a:r>
              <a:rPr sz="1400" spc="-165" dirty="0">
                <a:latin typeface="맑은 고딕"/>
                <a:cs typeface="맑은 고딕"/>
              </a:rPr>
              <a:t> </a:t>
            </a:r>
            <a:r>
              <a:rPr sz="1400" dirty="0">
                <a:latin typeface="맑은 고딕"/>
                <a:cs typeface="맑은 고딕"/>
              </a:rPr>
              <a:t>가능</a:t>
            </a:r>
            <a:r>
              <a:rPr sz="1400" dirty="0">
                <a:latin typeface="Calibri"/>
                <a:cs typeface="Calibri"/>
              </a:rPr>
              <a:t>)</a:t>
            </a:r>
          </a:p>
        </p:txBody>
      </p:sp>
      <p:sp>
        <p:nvSpPr>
          <p:cNvPr id="9" name="object 19">
            <a:extLst>
              <a:ext uri="{FF2B5EF4-FFF2-40B4-BE49-F238E27FC236}">
                <a16:creationId xmlns:a16="http://schemas.microsoft.com/office/drawing/2014/main" id="{C3388030-C5F7-4413-9003-62EB3C9763D6}"/>
              </a:ext>
            </a:extLst>
          </p:cNvPr>
          <p:cNvSpPr/>
          <p:nvPr/>
        </p:nvSpPr>
        <p:spPr>
          <a:xfrm>
            <a:off x="7016624" y="986002"/>
            <a:ext cx="1465068" cy="523861"/>
          </a:xfrm>
          <a:custGeom>
            <a:avLst/>
            <a:gdLst/>
            <a:ahLst/>
            <a:cxnLst/>
            <a:rect l="l" t="t" r="r" b="b"/>
            <a:pathLst>
              <a:path w="825500" h="325120">
                <a:moveTo>
                  <a:pt x="0" y="325031"/>
                </a:moveTo>
                <a:lnTo>
                  <a:pt x="825068" y="325031"/>
                </a:lnTo>
                <a:lnTo>
                  <a:pt x="825068" y="0"/>
                </a:lnTo>
                <a:lnTo>
                  <a:pt x="0" y="0"/>
                </a:lnTo>
                <a:lnTo>
                  <a:pt x="0" y="325031"/>
                </a:lnTo>
                <a:close/>
              </a:path>
            </a:pathLst>
          </a:custGeom>
          <a:solidFill>
            <a:schemeClr val="accent5">
              <a:lumMod val="20000"/>
              <a:lumOff val="80000"/>
            </a:schemeClr>
          </a:solidFill>
        </p:spPr>
        <p:txBody>
          <a:bodyPr wrap="square" lIns="0" tIns="0" rIns="0" bIns="0" rtlCol="0"/>
          <a:lstStyle/>
          <a:p>
            <a:endParaRPr sz="2400" dirty="0"/>
          </a:p>
        </p:txBody>
      </p:sp>
      <p:sp>
        <p:nvSpPr>
          <p:cNvPr id="10" name="object 20">
            <a:extLst>
              <a:ext uri="{FF2B5EF4-FFF2-40B4-BE49-F238E27FC236}">
                <a16:creationId xmlns:a16="http://schemas.microsoft.com/office/drawing/2014/main" id="{9DF29887-E288-4900-A235-400E081FE2AD}"/>
              </a:ext>
            </a:extLst>
          </p:cNvPr>
          <p:cNvSpPr txBox="1"/>
          <p:nvPr/>
        </p:nvSpPr>
        <p:spPr>
          <a:xfrm>
            <a:off x="7016624" y="972954"/>
            <a:ext cx="1465069" cy="523861"/>
          </a:xfrm>
          <a:prstGeom prst="rect">
            <a:avLst/>
          </a:prstGeom>
          <a:ln w="12700">
            <a:solidFill>
              <a:srgbClr val="172C51"/>
            </a:solidFill>
          </a:ln>
        </p:spPr>
        <p:txBody>
          <a:bodyPr vert="horz" wrap="square" lIns="0" tIns="18415" rIns="0" bIns="0" rtlCol="0">
            <a:spAutoFit/>
          </a:bodyPr>
          <a:lstStyle/>
          <a:p>
            <a:pPr marL="149860" marR="127635" indent="-13970" algn="ctr">
              <a:spcBef>
                <a:spcPts val="145"/>
              </a:spcBef>
            </a:pPr>
            <a:r>
              <a:rPr sz="1600" spc="-5" dirty="0">
                <a:latin typeface="Calibri"/>
                <a:cs typeface="Calibri"/>
              </a:rPr>
              <a:t>Single</a:t>
            </a:r>
            <a:r>
              <a:rPr sz="1600" spc="-50" dirty="0">
                <a:latin typeface="Calibri"/>
                <a:cs typeface="Calibri"/>
              </a:rPr>
              <a:t> </a:t>
            </a:r>
            <a:r>
              <a:rPr sz="1600" spc="-5" dirty="0">
                <a:latin typeface="Calibri"/>
                <a:cs typeface="Calibri"/>
              </a:rPr>
              <a:t>Node</a:t>
            </a:r>
            <a:endParaRPr lang="en-US" sz="1600" spc="-5" dirty="0">
              <a:latin typeface="Calibri"/>
              <a:cs typeface="Calibri"/>
            </a:endParaRPr>
          </a:p>
          <a:p>
            <a:pPr marL="149860" marR="127635" indent="-13970" algn="ctr">
              <a:spcBef>
                <a:spcPts val="145"/>
              </a:spcBef>
            </a:pPr>
            <a:r>
              <a:rPr sz="1600" spc="-5" dirty="0">
                <a:latin typeface="Calibri"/>
                <a:cs typeface="Calibri"/>
              </a:rPr>
              <a:t>GPU</a:t>
            </a:r>
            <a:r>
              <a:rPr sz="1600" spc="-65" dirty="0">
                <a:latin typeface="Calibri"/>
                <a:cs typeface="Calibri"/>
              </a:rPr>
              <a:t> </a:t>
            </a:r>
            <a:r>
              <a:rPr sz="1600" spc="-5" dirty="0">
                <a:latin typeface="Calibri"/>
                <a:cs typeface="Calibri"/>
              </a:rPr>
              <a:t>Server</a:t>
            </a:r>
            <a:endParaRPr sz="1600" dirty="0">
              <a:latin typeface="Calibri"/>
              <a:cs typeface="Calibri"/>
            </a:endParaRPr>
          </a:p>
        </p:txBody>
      </p:sp>
      <p:sp>
        <p:nvSpPr>
          <p:cNvPr id="11" name="object 21">
            <a:extLst>
              <a:ext uri="{FF2B5EF4-FFF2-40B4-BE49-F238E27FC236}">
                <a16:creationId xmlns:a16="http://schemas.microsoft.com/office/drawing/2014/main" id="{9EA91CFA-417F-4372-9A81-FCAC5863FA2E}"/>
              </a:ext>
            </a:extLst>
          </p:cNvPr>
          <p:cNvSpPr/>
          <p:nvPr/>
        </p:nvSpPr>
        <p:spPr>
          <a:xfrm>
            <a:off x="1865580" y="1308988"/>
            <a:ext cx="4631055" cy="2977514"/>
          </a:xfrm>
          <a:prstGeom prst="rect">
            <a:avLst/>
          </a:prstGeom>
          <a:blipFill>
            <a:blip r:embed="rId2" cstate="print"/>
            <a:stretch>
              <a:fillRect/>
            </a:stretch>
          </a:blipFill>
        </p:spPr>
        <p:txBody>
          <a:bodyPr wrap="square" lIns="0" tIns="0" rIns="0" bIns="0" rtlCol="0"/>
          <a:lstStyle/>
          <a:p>
            <a:endParaRPr dirty="0"/>
          </a:p>
        </p:txBody>
      </p:sp>
      <p:sp>
        <p:nvSpPr>
          <p:cNvPr id="12" name="object 22">
            <a:extLst>
              <a:ext uri="{FF2B5EF4-FFF2-40B4-BE49-F238E27FC236}">
                <a16:creationId xmlns:a16="http://schemas.microsoft.com/office/drawing/2014/main" id="{0795D602-E3BB-426D-9C30-9CCC2B32D632}"/>
              </a:ext>
            </a:extLst>
          </p:cNvPr>
          <p:cNvSpPr/>
          <p:nvPr/>
        </p:nvSpPr>
        <p:spPr>
          <a:xfrm>
            <a:off x="2127797" y="4789385"/>
            <a:ext cx="3049651" cy="1423162"/>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240227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E74F6624-AD73-41EC-92C1-FD5E7FEADDFB}"/>
              </a:ext>
            </a:extLst>
          </p:cNvPr>
          <p:cNvSpPr>
            <a:spLocks noGrp="1"/>
          </p:cNvSpPr>
          <p:nvPr>
            <p:ph idx="1"/>
          </p:nvPr>
        </p:nvSpPr>
        <p:spPr>
          <a:xfrm>
            <a:off x="838200" y="1295408"/>
            <a:ext cx="10515600" cy="614364"/>
          </a:xfrm>
        </p:spPr>
        <p:txBody>
          <a:bodyPr/>
          <a:lstStyle/>
          <a:p>
            <a:r>
              <a:rPr lang="en-US" altLang="ko-KR" dirty="0"/>
              <a:t>S/W Infra</a:t>
            </a:r>
            <a:endParaRPr lang="ko-KR" altLang="en-US" dirty="0"/>
          </a:p>
        </p:txBody>
      </p:sp>
      <p:sp>
        <p:nvSpPr>
          <p:cNvPr id="3" name="슬라이드 번호 개체 틀 2">
            <a:extLst>
              <a:ext uri="{FF2B5EF4-FFF2-40B4-BE49-F238E27FC236}">
                <a16:creationId xmlns:a16="http://schemas.microsoft.com/office/drawing/2014/main" id="{9AFAA52F-A8F8-46C3-9040-A32E0C9211FC}"/>
              </a:ext>
            </a:extLst>
          </p:cNvPr>
          <p:cNvSpPr>
            <a:spLocks noGrp="1"/>
          </p:cNvSpPr>
          <p:nvPr>
            <p:ph type="sldNum" sz="quarter" idx="12"/>
          </p:nvPr>
        </p:nvSpPr>
        <p:spPr/>
        <p:txBody>
          <a:bodyPr/>
          <a:lstStyle/>
          <a:p>
            <a:fld id="{60713B85-413F-4AF8-87EF-6B2EC5D22D3F}" type="slidenum">
              <a:rPr lang="ko-KR" altLang="en-US" smtClean="0"/>
              <a:pPr/>
              <a:t>24</a:t>
            </a:fld>
            <a:endParaRPr lang="ko-KR" altLang="en-US" dirty="0"/>
          </a:p>
        </p:txBody>
      </p:sp>
      <p:sp>
        <p:nvSpPr>
          <p:cNvPr id="4" name="제목 3">
            <a:extLst>
              <a:ext uri="{FF2B5EF4-FFF2-40B4-BE49-F238E27FC236}">
                <a16:creationId xmlns:a16="http://schemas.microsoft.com/office/drawing/2014/main" id="{6712A72B-EB1E-4C21-9124-C5B2175EFA49}"/>
              </a:ext>
            </a:extLst>
          </p:cNvPr>
          <p:cNvSpPr>
            <a:spLocks noGrp="1"/>
          </p:cNvSpPr>
          <p:nvPr>
            <p:ph type="title"/>
          </p:nvPr>
        </p:nvSpPr>
        <p:spPr/>
        <p:txBody>
          <a:bodyPr/>
          <a:lstStyle/>
          <a:p>
            <a:r>
              <a:rPr lang="en-US" altLang="ko-KR" dirty="0"/>
              <a:t>GPU Server</a:t>
            </a:r>
            <a:endParaRPr lang="ko-KR" altLang="en-US" dirty="0"/>
          </a:p>
        </p:txBody>
      </p:sp>
      <p:sp>
        <p:nvSpPr>
          <p:cNvPr id="5" name="object 17">
            <a:extLst>
              <a:ext uri="{FF2B5EF4-FFF2-40B4-BE49-F238E27FC236}">
                <a16:creationId xmlns:a16="http://schemas.microsoft.com/office/drawing/2014/main" id="{0615030B-B993-4B98-8A54-6C6E252C8DA6}"/>
              </a:ext>
            </a:extLst>
          </p:cNvPr>
          <p:cNvSpPr/>
          <p:nvPr/>
        </p:nvSpPr>
        <p:spPr>
          <a:xfrm>
            <a:off x="1935620" y="1838400"/>
            <a:ext cx="8347075" cy="4511675"/>
          </a:xfrm>
          <a:custGeom>
            <a:avLst/>
            <a:gdLst/>
            <a:ahLst/>
            <a:cxnLst/>
            <a:rect l="l" t="t" r="r" b="b"/>
            <a:pathLst>
              <a:path w="8347075" h="4511675">
                <a:moveTo>
                  <a:pt x="0" y="4511421"/>
                </a:moveTo>
                <a:lnTo>
                  <a:pt x="8346948" y="4511421"/>
                </a:lnTo>
                <a:lnTo>
                  <a:pt x="8346948" y="0"/>
                </a:lnTo>
                <a:lnTo>
                  <a:pt x="0" y="0"/>
                </a:lnTo>
                <a:lnTo>
                  <a:pt x="0" y="4511421"/>
                </a:lnTo>
                <a:close/>
              </a:path>
            </a:pathLst>
          </a:custGeom>
          <a:ln w="6350">
            <a:solidFill>
              <a:srgbClr val="0D2B5C"/>
            </a:solidFill>
          </a:ln>
        </p:spPr>
        <p:txBody>
          <a:bodyPr wrap="square" lIns="0" tIns="0" rIns="0" bIns="0" rtlCol="0"/>
          <a:lstStyle/>
          <a:p>
            <a:endParaRPr/>
          </a:p>
        </p:txBody>
      </p:sp>
      <p:sp>
        <p:nvSpPr>
          <p:cNvPr id="6" name="object 18">
            <a:extLst>
              <a:ext uri="{FF2B5EF4-FFF2-40B4-BE49-F238E27FC236}">
                <a16:creationId xmlns:a16="http://schemas.microsoft.com/office/drawing/2014/main" id="{1440483D-40B0-43E6-BFE5-2E397748D3C2}"/>
              </a:ext>
            </a:extLst>
          </p:cNvPr>
          <p:cNvSpPr/>
          <p:nvPr/>
        </p:nvSpPr>
        <p:spPr>
          <a:xfrm>
            <a:off x="4283457" y="1699906"/>
            <a:ext cx="3651885" cy="277495"/>
          </a:xfrm>
          <a:custGeom>
            <a:avLst/>
            <a:gdLst/>
            <a:ahLst/>
            <a:cxnLst/>
            <a:rect l="l" t="t" r="r" b="b"/>
            <a:pathLst>
              <a:path w="3651885" h="277494">
                <a:moveTo>
                  <a:pt x="3512819" y="0"/>
                </a:moveTo>
                <a:lnTo>
                  <a:pt x="138429" y="0"/>
                </a:lnTo>
                <a:lnTo>
                  <a:pt x="94674" y="7070"/>
                </a:lnTo>
                <a:lnTo>
                  <a:pt x="56674" y="26753"/>
                </a:lnTo>
                <a:lnTo>
                  <a:pt x="26708" y="56756"/>
                </a:lnTo>
                <a:lnTo>
                  <a:pt x="7057" y="94788"/>
                </a:lnTo>
                <a:lnTo>
                  <a:pt x="0" y="138556"/>
                </a:lnTo>
                <a:lnTo>
                  <a:pt x="7057" y="182325"/>
                </a:lnTo>
                <a:lnTo>
                  <a:pt x="26708" y="220357"/>
                </a:lnTo>
                <a:lnTo>
                  <a:pt x="56674" y="250360"/>
                </a:lnTo>
                <a:lnTo>
                  <a:pt x="94674" y="270043"/>
                </a:lnTo>
                <a:lnTo>
                  <a:pt x="138429" y="277113"/>
                </a:lnTo>
                <a:lnTo>
                  <a:pt x="3512819" y="277113"/>
                </a:lnTo>
                <a:lnTo>
                  <a:pt x="3556637" y="270043"/>
                </a:lnTo>
                <a:lnTo>
                  <a:pt x="3594675" y="250360"/>
                </a:lnTo>
                <a:lnTo>
                  <a:pt x="3624660" y="220357"/>
                </a:lnTo>
                <a:lnTo>
                  <a:pt x="3644318" y="182325"/>
                </a:lnTo>
                <a:lnTo>
                  <a:pt x="3651377" y="138556"/>
                </a:lnTo>
                <a:lnTo>
                  <a:pt x="3644318" y="94788"/>
                </a:lnTo>
                <a:lnTo>
                  <a:pt x="3624660" y="56756"/>
                </a:lnTo>
                <a:lnTo>
                  <a:pt x="3594675" y="26753"/>
                </a:lnTo>
                <a:lnTo>
                  <a:pt x="3556637" y="7070"/>
                </a:lnTo>
                <a:lnTo>
                  <a:pt x="3512819" y="0"/>
                </a:lnTo>
                <a:close/>
              </a:path>
            </a:pathLst>
          </a:custGeom>
          <a:solidFill>
            <a:srgbClr val="163E81"/>
          </a:solidFill>
        </p:spPr>
        <p:txBody>
          <a:bodyPr wrap="square" lIns="0" tIns="0" rIns="0" bIns="0" rtlCol="0"/>
          <a:lstStyle/>
          <a:p>
            <a:endParaRPr/>
          </a:p>
        </p:txBody>
      </p:sp>
      <p:sp>
        <p:nvSpPr>
          <p:cNvPr id="7" name="object 19">
            <a:extLst>
              <a:ext uri="{FF2B5EF4-FFF2-40B4-BE49-F238E27FC236}">
                <a16:creationId xmlns:a16="http://schemas.microsoft.com/office/drawing/2014/main" id="{EDB182FC-0E04-4174-906A-A5A2B639BEFE}"/>
              </a:ext>
            </a:extLst>
          </p:cNvPr>
          <p:cNvSpPr/>
          <p:nvPr/>
        </p:nvSpPr>
        <p:spPr>
          <a:xfrm>
            <a:off x="4283457" y="1699906"/>
            <a:ext cx="3651885" cy="277495"/>
          </a:xfrm>
          <a:custGeom>
            <a:avLst/>
            <a:gdLst/>
            <a:ahLst/>
            <a:cxnLst/>
            <a:rect l="l" t="t" r="r" b="b"/>
            <a:pathLst>
              <a:path w="3651885" h="277494">
                <a:moveTo>
                  <a:pt x="3512819" y="0"/>
                </a:moveTo>
                <a:lnTo>
                  <a:pt x="3556637" y="7070"/>
                </a:lnTo>
                <a:lnTo>
                  <a:pt x="3594675" y="26753"/>
                </a:lnTo>
                <a:lnTo>
                  <a:pt x="3624660" y="56756"/>
                </a:lnTo>
                <a:lnTo>
                  <a:pt x="3644318" y="94788"/>
                </a:lnTo>
                <a:lnTo>
                  <a:pt x="3651377" y="138556"/>
                </a:lnTo>
                <a:lnTo>
                  <a:pt x="3644318" y="182325"/>
                </a:lnTo>
                <a:lnTo>
                  <a:pt x="3624660" y="220357"/>
                </a:lnTo>
                <a:lnTo>
                  <a:pt x="3594675" y="250360"/>
                </a:lnTo>
                <a:lnTo>
                  <a:pt x="3556637" y="270043"/>
                </a:lnTo>
                <a:lnTo>
                  <a:pt x="3512819" y="277113"/>
                </a:lnTo>
                <a:lnTo>
                  <a:pt x="138429" y="277113"/>
                </a:lnTo>
                <a:lnTo>
                  <a:pt x="94674" y="270043"/>
                </a:lnTo>
                <a:lnTo>
                  <a:pt x="56674" y="250360"/>
                </a:lnTo>
                <a:lnTo>
                  <a:pt x="26708" y="220357"/>
                </a:lnTo>
                <a:lnTo>
                  <a:pt x="7057" y="182325"/>
                </a:lnTo>
                <a:lnTo>
                  <a:pt x="0" y="138556"/>
                </a:lnTo>
                <a:lnTo>
                  <a:pt x="7057" y="94788"/>
                </a:lnTo>
                <a:lnTo>
                  <a:pt x="26708" y="56756"/>
                </a:lnTo>
                <a:lnTo>
                  <a:pt x="56674" y="26753"/>
                </a:lnTo>
                <a:lnTo>
                  <a:pt x="94674" y="7070"/>
                </a:lnTo>
                <a:lnTo>
                  <a:pt x="138429" y="0"/>
                </a:lnTo>
                <a:lnTo>
                  <a:pt x="3512819" y="0"/>
                </a:lnTo>
                <a:close/>
              </a:path>
            </a:pathLst>
          </a:custGeom>
          <a:ln w="6350">
            <a:solidFill>
              <a:srgbClr val="0A2552"/>
            </a:solidFill>
          </a:ln>
        </p:spPr>
        <p:txBody>
          <a:bodyPr wrap="square" lIns="0" tIns="0" rIns="0" bIns="0" rtlCol="0"/>
          <a:lstStyle/>
          <a:p>
            <a:endParaRPr/>
          </a:p>
        </p:txBody>
      </p:sp>
      <p:sp>
        <p:nvSpPr>
          <p:cNvPr id="8" name="object 20">
            <a:extLst>
              <a:ext uri="{FF2B5EF4-FFF2-40B4-BE49-F238E27FC236}">
                <a16:creationId xmlns:a16="http://schemas.microsoft.com/office/drawing/2014/main" id="{55C272D2-40C8-4FD0-A398-E19772901927}"/>
              </a:ext>
            </a:extLst>
          </p:cNvPr>
          <p:cNvSpPr/>
          <p:nvPr/>
        </p:nvSpPr>
        <p:spPr>
          <a:xfrm>
            <a:off x="4604893" y="1693683"/>
            <a:ext cx="1198626" cy="345186"/>
          </a:xfrm>
          <a:prstGeom prst="rect">
            <a:avLst/>
          </a:prstGeom>
          <a:blipFill>
            <a:blip r:embed="rId2" cstate="print"/>
            <a:stretch>
              <a:fillRect/>
            </a:stretch>
          </a:blipFill>
        </p:spPr>
        <p:txBody>
          <a:bodyPr wrap="square" lIns="0" tIns="0" rIns="0" bIns="0" rtlCol="0"/>
          <a:lstStyle/>
          <a:p>
            <a:endParaRPr/>
          </a:p>
        </p:txBody>
      </p:sp>
      <p:sp>
        <p:nvSpPr>
          <p:cNvPr id="9" name="object 21">
            <a:extLst>
              <a:ext uri="{FF2B5EF4-FFF2-40B4-BE49-F238E27FC236}">
                <a16:creationId xmlns:a16="http://schemas.microsoft.com/office/drawing/2014/main" id="{FC88C05E-6609-41F8-AA9E-04A6C4E07106}"/>
              </a:ext>
            </a:extLst>
          </p:cNvPr>
          <p:cNvSpPr/>
          <p:nvPr/>
        </p:nvSpPr>
        <p:spPr>
          <a:xfrm>
            <a:off x="5595493" y="1693683"/>
            <a:ext cx="259829" cy="345186"/>
          </a:xfrm>
          <a:prstGeom prst="rect">
            <a:avLst/>
          </a:prstGeom>
          <a:blipFill>
            <a:blip r:embed="rId3" cstate="print"/>
            <a:stretch>
              <a:fillRect/>
            </a:stretch>
          </a:blipFill>
        </p:spPr>
        <p:txBody>
          <a:bodyPr wrap="square" lIns="0" tIns="0" rIns="0" bIns="0" rtlCol="0"/>
          <a:lstStyle/>
          <a:p>
            <a:endParaRPr/>
          </a:p>
        </p:txBody>
      </p:sp>
      <p:sp>
        <p:nvSpPr>
          <p:cNvPr id="10" name="object 22">
            <a:extLst>
              <a:ext uri="{FF2B5EF4-FFF2-40B4-BE49-F238E27FC236}">
                <a16:creationId xmlns:a16="http://schemas.microsoft.com/office/drawing/2014/main" id="{33A673FB-B5D3-4A9C-BBA5-55E775733714}"/>
              </a:ext>
            </a:extLst>
          </p:cNvPr>
          <p:cNvSpPr/>
          <p:nvPr/>
        </p:nvSpPr>
        <p:spPr>
          <a:xfrm>
            <a:off x="5647309" y="1693683"/>
            <a:ext cx="959358" cy="345186"/>
          </a:xfrm>
          <a:prstGeom prst="rect">
            <a:avLst/>
          </a:prstGeom>
          <a:blipFill>
            <a:blip r:embed="rId4" cstate="print"/>
            <a:stretch>
              <a:fillRect/>
            </a:stretch>
          </a:blipFill>
        </p:spPr>
        <p:txBody>
          <a:bodyPr wrap="square" lIns="0" tIns="0" rIns="0" bIns="0" rtlCol="0"/>
          <a:lstStyle/>
          <a:p>
            <a:endParaRPr/>
          </a:p>
        </p:txBody>
      </p:sp>
      <p:sp>
        <p:nvSpPr>
          <p:cNvPr id="11" name="object 23">
            <a:extLst>
              <a:ext uri="{FF2B5EF4-FFF2-40B4-BE49-F238E27FC236}">
                <a16:creationId xmlns:a16="http://schemas.microsoft.com/office/drawing/2014/main" id="{5CA80D6A-2105-480B-9383-23FD8B25ABFE}"/>
              </a:ext>
            </a:extLst>
          </p:cNvPr>
          <p:cNvSpPr/>
          <p:nvPr/>
        </p:nvSpPr>
        <p:spPr>
          <a:xfrm>
            <a:off x="6398642" y="1693683"/>
            <a:ext cx="512825" cy="345186"/>
          </a:xfrm>
          <a:prstGeom prst="rect">
            <a:avLst/>
          </a:prstGeom>
          <a:blipFill>
            <a:blip r:embed="rId5" cstate="print"/>
            <a:stretch>
              <a:fillRect/>
            </a:stretch>
          </a:blipFill>
        </p:spPr>
        <p:txBody>
          <a:bodyPr wrap="square" lIns="0" tIns="0" rIns="0" bIns="0" rtlCol="0"/>
          <a:lstStyle/>
          <a:p>
            <a:endParaRPr/>
          </a:p>
        </p:txBody>
      </p:sp>
      <p:sp>
        <p:nvSpPr>
          <p:cNvPr id="12" name="object 24">
            <a:extLst>
              <a:ext uri="{FF2B5EF4-FFF2-40B4-BE49-F238E27FC236}">
                <a16:creationId xmlns:a16="http://schemas.microsoft.com/office/drawing/2014/main" id="{05258ED4-9162-4433-BCBE-DD21E4E04549}"/>
              </a:ext>
            </a:extLst>
          </p:cNvPr>
          <p:cNvSpPr/>
          <p:nvPr/>
        </p:nvSpPr>
        <p:spPr>
          <a:xfrm>
            <a:off x="6756781" y="1693683"/>
            <a:ext cx="512825" cy="345186"/>
          </a:xfrm>
          <a:prstGeom prst="rect">
            <a:avLst/>
          </a:prstGeom>
          <a:blipFill>
            <a:blip r:embed="rId6" cstate="print"/>
            <a:stretch>
              <a:fillRect/>
            </a:stretch>
          </a:blipFill>
        </p:spPr>
        <p:txBody>
          <a:bodyPr wrap="square" lIns="0" tIns="0" rIns="0" bIns="0" rtlCol="0"/>
          <a:lstStyle/>
          <a:p>
            <a:endParaRPr/>
          </a:p>
        </p:txBody>
      </p:sp>
      <p:sp>
        <p:nvSpPr>
          <p:cNvPr id="13" name="object 25">
            <a:extLst>
              <a:ext uri="{FF2B5EF4-FFF2-40B4-BE49-F238E27FC236}">
                <a16:creationId xmlns:a16="http://schemas.microsoft.com/office/drawing/2014/main" id="{7770537A-6F0A-4A63-8F99-46506453DFC4}"/>
              </a:ext>
            </a:extLst>
          </p:cNvPr>
          <p:cNvSpPr/>
          <p:nvPr/>
        </p:nvSpPr>
        <p:spPr>
          <a:xfrm>
            <a:off x="7114922" y="1693683"/>
            <a:ext cx="512825" cy="345186"/>
          </a:xfrm>
          <a:prstGeom prst="rect">
            <a:avLst/>
          </a:prstGeom>
          <a:blipFill>
            <a:blip r:embed="rId7" cstate="print"/>
            <a:stretch>
              <a:fillRect/>
            </a:stretch>
          </a:blipFill>
        </p:spPr>
        <p:txBody>
          <a:bodyPr wrap="square" lIns="0" tIns="0" rIns="0" bIns="0" rtlCol="0"/>
          <a:lstStyle/>
          <a:p>
            <a:endParaRPr/>
          </a:p>
        </p:txBody>
      </p:sp>
      <p:sp>
        <p:nvSpPr>
          <p:cNvPr id="14" name="object 26">
            <a:extLst>
              <a:ext uri="{FF2B5EF4-FFF2-40B4-BE49-F238E27FC236}">
                <a16:creationId xmlns:a16="http://schemas.microsoft.com/office/drawing/2014/main" id="{23433829-F18D-4602-A031-41B0E61394D7}"/>
              </a:ext>
            </a:extLst>
          </p:cNvPr>
          <p:cNvSpPr txBox="1"/>
          <p:nvPr/>
        </p:nvSpPr>
        <p:spPr>
          <a:xfrm>
            <a:off x="4689475" y="1730386"/>
            <a:ext cx="2840990" cy="197490"/>
          </a:xfrm>
          <a:prstGeom prst="rect">
            <a:avLst/>
          </a:prstGeom>
        </p:spPr>
        <p:txBody>
          <a:bodyPr vert="horz" wrap="square" lIns="0" tIns="12700" rIns="0" bIns="0" rtlCol="0">
            <a:spAutoFit/>
          </a:bodyPr>
          <a:lstStyle/>
          <a:p>
            <a:pPr marL="12700">
              <a:spcBef>
                <a:spcPts val="100"/>
              </a:spcBef>
            </a:pPr>
            <a:r>
              <a:rPr sz="1200" b="1" spc="-5" dirty="0">
                <a:solidFill>
                  <a:srgbClr val="FFFFFF"/>
                </a:solidFill>
                <a:latin typeface="맑은 고딕"/>
                <a:cs typeface="맑은 고딕"/>
              </a:rPr>
              <a:t>DeepcellKube AI </a:t>
            </a:r>
            <a:r>
              <a:rPr sz="1200" b="1" spc="-20" dirty="0">
                <a:solidFill>
                  <a:srgbClr val="FFFFFF"/>
                </a:solidFill>
                <a:latin typeface="맑은 고딕"/>
                <a:cs typeface="맑은 고딕"/>
              </a:rPr>
              <a:t>Toolkit </a:t>
            </a:r>
            <a:r>
              <a:rPr sz="1200" b="1" dirty="0">
                <a:solidFill>
                  <a:srgbClr val="FFFFFF"/>
                </a:solidFill>
                <a:latin typeface="맑은 고딕"/>
                <a:cs typeface="맑은 고딕"/>
              </a:rPr>
              <a:t>주요 구성</a:t>
            </a:r>
            <a:r>
              <a:rPr sz="1200" b="1" spc="-40" dirty="0">
                <a:solidFill>
                  <a:srgbClr val="FFFFFF"/>
                </a:solidFill>
                <a:latin typeface="맑은 고딕"/>
                <a:cs typeface="맑은 고딕"/>
              </a:rPr>
              <a:t> </a:t>
            </a:r>
            <a:r>
              <a:rPr sz="1200" b="1" dirty="0">
                <a:solidFill>
                  <a:srgbClr val="FFFFFF"/>
                </a:solidFill>
                <a:latin typeface="맑은 고딕"/>
                <a:cs typeface="맑은 고딕"/>
              </a:rPr>
              <a:t>요소</a:t>
            </a:r>
            <a:endParaRPr sz="1200">
              <a:latin typeface="맑은 고딕"/>
              <a:cs typeface="맑은 고딕"/>
            </a:endParaRPr>
          </a:p>
        </p:txBody>
      </p:sp>
      <p:sp>
        <p:nvSpPr>
          <p:cNvPr id="15" name="object 27">
            <a:extLst>
              <a:ext uri="{FF2B5EF4-FFF2-40B4-BE49-F238E27FC236}">
                <a16:creationId xmlns:a16="http://schemas.microsoft.com/office/drawing/2014/main" id="{2A2BCB8E-BC14-4FBE-9A05-97925F995129}"/>
              </a:ext>
            </a:extLst>
          </p:cNvPr>
          <p:cNvSpPr/>
          <p:nvPr/>
        </p:nvSpPr>
        <p:spPr>
          <a:xfrm>
            <a:off x="2849880" y="3485273"/>
            <a:ext cx="6492240" cy="441959"/>
          </a:xfrm>
          <a:custGeom>
            <a:avLst/>
            <a:gdLst/>
            <a:ahLst/>
            <a:cxnLst/>
            <a:rect l="l" t="t" r="r" b="b"/>
            <a:pathLst>
              <a:path w="6492240" h="441960">
                <a:moveTo>
                  <a:pt x="0" y="441960"/>
                </a:moveTo>
                <a:lnTo>
                  <a:pt x="6492239" y="441960"/>
                </a:lnTo>
                <a:lnTo>
                  <a:pt x="6492239" y="0"/>
                </a:lnTo>
                <a:lnTo>
                  <a:pt x="0" y="0"/>
                </a:lnTo>
                <a:lnTo>
                  <a:pt x="0" y="441960"/>
                </a:lnTo>
                <a:close/>
              </a:path>
            </a:pathLst>
          </a:custGeom>
          <a:solidFill>
            <a:srgbClr val="316DEB"/>
          </a:solidFill>
        </p:spPr>
        <p:txBody>
          <a:bodyPr wrap="square" lIns="0" tIns="0" rIns="0" bIns="0" rtlCol="0"/>
          <a:lstStyle/>
          <a:p>
            <a:endParaRPr/>
          </a:p>
        </p:txBody>
      </p:sp>
      <p:sp>
        <p:nvSpPr>
          <p:cNvPr id="16" name="object 28">
            <a:extLst>
              <a:ext uri="{FF2B5EF4-FFF2-40B4-BE49-F238E27FC236}">
                <a16:creationId xmlns:a16="http://schemas.microsoft.com/office/drawing/2014/main" id="{52480CB8-908A-4BC9-AC7C-0C3455AE2C23}"/>
              </a:ext>
            </a:extLst>
          </p:cNvPr>
          <p:cNvSpPr/>
          <p:nvPr/>
        </p:nvSpPr>
        <p:spPr>
          <a:xfrm>
            <a:off x="2849880" y="3485273"/>
            <a:ext cx="6492240" cy="441959"/>
          </a:xfrm>
          <a:custGeom>
            <a:avLst/>
            <a:gdLst/>
            <a:ahLst/>
            <a:cxnLst/>
            <a:rect l="l" t="t" r="r" b="b"/>
            <a:pathLst>
              <a:path w="6492240" h="441960">
                <a:moveTo>
                  <a:pt x="0" y="441960"/>
                </a:moveTo>
                <a:lnTo>
                  <a:pt x="6492239" y="441960"/>
                </a:lnTo>
                <a:lnTo>
                  <a:pt x="6492239" y="0"/>
                </a:lnTo>
                <a:lnTo>
                  <a:pt x="0" y="0"/>
                </a:lnTo>
                <a:lnTo>
                  <a:pt x="0" y="441960"/>
                </a:lnTo>
                <a:close/>
              </a:path>
            </a:pathLst>
          </a:custGeom>
          <a:ln w="12700">
            <a:solidFill>
              <a:srgbClr val="316DEB"/>
            </a:solidFill>
          </a:ln>
        </p:spPr>
        <p:txBody>
          <a:bodyPr wrap="square" lIns="0" tIns="0" rIns="0" bIns="0" rtlCol="0"/>
          <a:lstStyle/>
          <a:p>
            <a:endParaRPr/>
          </a:p>
        </p:txBody>
      </p:sp>
      <p:sp>
        <p:nvSpPr>
          <p:cNvPr id="17" name="object 29">
            <a:extLst>
              <a:ext uri="{FF2B5EF4-FFF2-40B4-BE49-F238E27FC236}">
                <a16:creationId xmlns:a16="http://schemas.microsoft.com/office/drawing/2014/main" id="{75DEC9C9-5DB6-4FB5-8B61-D9A85156B814}"/>
              </a:ext>
            </a:extLst>
          </p:cNvPr>
          <p:cNvSpPr/>
          <p:nvPr/>
        </p:nvSpPr>
        <p:spPr>
          <a:xfrm>
            <a:off x="7109333" y="3523792"/>
            <a:ext cx="1415542" cy="364959"/>
          </a:xfrm>
          <a:prstGeom prst="rect">
            <a:avLst/>
          </a:prstGeom>
          <a:blipFill>
            <a:blip r:embed="rId8" cstate="print"/>
            <a:stretch>
              <a:fillRect/>
            </a:stretch>
          </a:blipFill>
        </p:spPr>
        <p:txBody>
          <a:bodyPr wrap="square" lIns="0" tIns="0" rIns="0" bIns="0" rtlCol="0"/>
          <a:lstStyle/>
          <a:p>
            <a:endParaRPr/>
          </a:p>
        </p:txBody>
      </p:sp>
      <p:sp>
        <p:nvSpPr>
          <p:cNvPr id="18" name="object 30">
            <a:extLst>
              <a:ext uri="{FF2B5EF4-FFF2-40B4-BE49-F238E27FC236}">
                <a16:creationId xmlns:a16="http://schemas.microsoft.com/office/drawing/2014/main" id="{1B2EDB04-029B-4B21-9D6F-8A7574580555}"/>
              </a:ext>
            </a:extLst>
          </p:cNvPr>
          <p:cNvSpPr/>
          <p:nvPr/>
        </p:nvSpPr>
        <p:spPr>
          <a:xfrm>
            <a:off x="2849880" y="3940441"/>
            <a:ext cx="6492240" cy="441959"/>
          </a:xfrm>
          <a:custGeom>
            <a:avLst/>
            <a:gdLst/>
            <a:ahLst/>
            <a:cxnLst/>
            <a:rect l="l" t="t" r="r" b="b"/>
            <a:pathLst>
              <a:path w="6492240" h="441960">
                <a:moveTo>
                  <a:pt x="0" y="441959"/>
                </a:moveTo>
                <a:lnTo>
                  <a:pt x="6492239" y="441959"/>
                </a:lnTo>
                <a:lnTo>
                  <a:pt x="6492239" y="0"/>
                </a:lnTo>
                <a:lnTo>
                  <a:pt x="0" y="0"/>
                </a:lnTo>
                <a:lnTo>
                  <a:pt x="0" y="441959"/>
                </a:lnTo>
                <a:close/>
              </a:path>
            </a:pathLst>
          </a:custGeom>
          <a:solidFill>
            <a:srgbClr val="E7E6E6"/>
          </a:solidFill>
        </p:spPr>
        <p:txBody>
          <a:bodyPr wrap="square" lIns="0" tIns="0" rIns="0" bIns="0" rtlCol="0"/>
          <a:lstStyle/>
          <a:p>
            <a:endParaRPr/>
          </a:p>
        </p:txBody>
      </p:sp>
      <p:sp>
        <p:nvSpPr>
          <p:cNvPr id="19" name="object 31">
            <a:extLst>
              <a:ext uri="{FF2B5EF4-FFF2-40B4-BE49-F238E27FC236}">
                <a16:creationId xmlns:a16="http://schemas.microsoft.com/office/drawing/2014/main" id="{790B5C69-8C64-41EC-A082-E934125008F7}"/>
              </a:ext>
            </a:extLst>
          </p:cNvPr>
          <p:cNvSpPr/>
          <p:nvPr/>
        </p:nvSpPr>
        <p:spPr>
          <a:xfrm>
            <a:off x="2849880" y="3940441"/>
            <a:ext cx="6492240" cy="441959"/>
          </a:xfrm>
          <a:custGeom>
            <a:avLst/>
            <a:gdLst/>
            <a:ahLst/>
            <a:cxnLst/>
            <a:rect l="l" t="t" r="r" b="b"/>
            <a:pathLst>
              <a:path w="6492240" h="441960">
                <a:moveTo>
                  <a:pt x="0" y="441959"/>
                </a:moveTo>
                <a:lnTo>
                  <a:pt x="6492239" y="441959"/>
                </a:lnTo>
                <a:lnTo>
                  <a:pt x="6492239" y="0"/>
                </a:lnTo>
                <a:lnTo>
                  <a:pt x="0" y="0"/>
                </a:lnTo>
                <a:lnTo>
                  <a:pt x="0" y="441959"/>
                </a:lnTo>
                <a:close/>
              </a:path>
            </a:pathLst>
          </a:custGeom>
          <a:ln w="12700">
            <a:solidFill>
              <a:srgbClr val="E7E6E6"/>
            </a:solidFill>
          </a:ln>
        </p:spPr>
        <p:txBody>
          <a:bodyPr wrap="square" lIns="0" tIns="0" rIns="0" bIns="0" rtlCol="0"/>
          <a:lstStyle/>
          <a:p>
            <a:endParaRPr/>
          </a:p>
        </p:txBody>
      </p:sp>
      <p:sp>
        <p:nvSpPr>
          <p:cNvPr id="20" name="object 32">
            <a:extLst>
              <a:ext uri="{FF2B5EF4-FFF2-40B4-BE49-F238E27FC236}">
                <a16:creationId xmlns:a16="http://schemas.microsoft.com/office/drawing/2014/main" id="{30A5574D-929E-408F-ABC5-35BA01B57691}"/>
              </a:ext>
            </a:extLst>
          </p:cNvPr>
          <p:cNvSpPr/>
          <p:nvPr/>
        </p:nvSpPr>
        <p:spPr>
          <a:xfrm>
            <a:off x="7408291" y="3967884"/>
            <a:ext cx="817880" cy="345554"/>
          </a:xfrm>
          <a:prstGeom prst="rect">
            <a:avLst/>
          </a:prstGeom>
          <a:blipFill>
            <a:blip r:embed="rId9" cstate="print"/>
            <a:stretch>
              <a:fillRect/>
            </a:stretch>
          </a:blipFill>
        </p:spPr>
        <p:txBody>
          <a:bodyPr wrap="square" lIns="0" tIns="0" rIns="0" bIns="0" rtlCol="0"/>
          <a:lstStyle/>
          <a:p>
            <a:endParaRPr/>
          </a:p>
        </p:txBody>
      </p:sp>
      <p:sp>
        <p:nvSpPr>
          <p:cNvPr id="21" name="object 33">
            <a:extLst>
              <a:ext uri="{FF2B5EF4-FFF2-40B4-BE49-F238E27FC236}">
                <a16:creationId xmlns:a16="http://schemas.microsoft.com/office/drawing/2014/main" id="{7B4F9FC9-59C9-4838-820F-84592520F3DE}"/>
              </a:ext>
            </a:extLst>
          </p:cNvPr>
          <p:cNvSpPr/>
          <p:nvPr/>
        </p:nvSpPr>
        <p:spPr>
          <a:xfrm>
            <a:off x="2849880" y="3039248"/>
            <a:ext cx="6490970" cy="441959"/>
          </a:xfrm>
          <a:custGeom>
            <a:avLst/>
            <a:gdLst/>
            <a:ahLst/>
            <a:cxnLst/>
            <a:rect l="l" t="t" r="r" b="b"/>
            <a:pathLst>
              <a:path w="6490970" h="441960">
                <a:moveTo>
                  <a:pt x="0" y="441960"/>
                </a:moveTo>
                <a:lnTo>
                  <a:pt x="6490461" y="441960"/>
                </a:lnTo>
                <a:lnTo>
                  <a:pt x="6490461" y="0"/>
                </a:lnTo>
                <a:lnTo>
                  <a:pt x="0" y="0"/>
                </a:lnTo>
                <a:lnTo>
                  <a:pt x="0" y="441960"/>
                </a:lnTo>
                <a:close/>
              </a:path>
            </a:pathLst>
          </a:custGeom>
          <a:solidFill>
            <a:srgbClr val="FB9C78"/>
          </a:solidFill>
        </p:spPr>
        <p:txBody>
          <a:bodyPr wrap="square" lIns="0" tIns="0" rIns="0" bIns="0" rtlCol="0"/>
          <a:lstStyle/>
          <a:p>
            <a:endParaRPr/>
          </a:p>
        </p:txBody>
      </p:sp>
      <p:sp>
        <p:nvSpPr>
          <p:cNvPr id="22" name="object 34">
            <a:extLst>
              <a:ext uri="{FF2B5EF4-FFF2-40B4-BE49-F238E27FC236}">
                <a16:creationId xmlns:a16="http://schemas.microsoft.com/office/drawing/2014/main" id="{FB99EC74-7461-455A-8C62-1D8F0991CCB1}"/>
              </a:ext>
            </a:extLst>
          </p:cNvPr>
          <p:cNvSpPr/>
          <p:nvPr/>
        </p:nvSpPr>
        <p:spPr>
          <a:xfrm>
            <a:off x="2849880" y="3039248"/>
            <a:ext cx="6490970" cy="441959"/>
          </a:xfrm>
          <a:custGeom>
            <a:avLst/>
            <a:gdLst/>
            <a:ahLst/>
            <a:cxnLst/>
            <a:rect l="l" t="t" r="r" b="b"/>
            <a:pathLst>
              <a:path w="6490970" h="441960">
                <a:moveTo>
                  <a:pt x="0" y="441960"/>
                </a:moveTo>
                <a:lnTo>
                  <a:pt x="6490461" y="441960"/>
                </a:lnTo>
                <a:lnTo>
                  <a:pt x="6490461" y="0"/>
                </a:lnTo>
                <a:lnTo>
                  <a:pt x="0" y="0"/>
                </a:lnTo>
                <a:lnTo>
                  <a:pt x="0" y="441960"/>
                </a:lnTo>
                <a:close/>
              </a:path>
            </a:pathLst>
          </a:custGeom>
          <a:ln w="12700">
            <a:solidFill>
              <a:srgbClr val="FB9C78"/>
            </a:solidFill>
          </a:ln>
        </p:spPr>
        <p:txBody>
          <a:bodyPr wrap="square" lIns="0" tIns="0" rIns="0" bIns="0" rtlCol="0"/>
          <a:lstStyle/>
          <a:p>
            <a:endParaRPr/>
          </a:p>
        </p:txBody>
      </p:sp>
      <p:sp>
        <p:nvSpPr>
          <p:cNvPr id="23" name="object 35">
            <a:extLst>
              <a:ext uri="{FF2B5EF4-FFF2-40B4-BE49-F238E27FC236}">
                <a16:creationId xmlns:a16="http://schemas.microsoft.com/office/drawing/2014/main" id="{92E512FC-40B2-4844-9CFA-5DB1D595D13D}"/>
              </a:ext>
            </a:extLst>
          </p:cNvPr>
          <p:cNvSpPr/>
          <p:nvPr/>
        </p:nvSpPr>
        <p:spPr>
          <a:xfrm>
            <a:off x="6988636" y="3122503"/>
            <a:ext cx="290830" cy="277495"/>
          </a:xfrm>
          <a:custGeom>
            <a:avLst/>
            <a:gdLst/>
            <a:ahLst/>
            <a:cxnLst/>
            <a:rect l="l" t="t" r="r" b="b"/>
            <a:pathLst>
              <a:path w="290829" h="277494">
                <a:moveTo>
                  <a:pt x="147899" y="0"/>
                </a:moveTo>
                <a:lnTo>
                  <a:pt x="139628" y="0"/>
                </a:lnTo>
                <a:lnTo>
                  <a:pt x="136981" y="654"/>
                </a:lnTo>
                <a:lnTo>
                  <a:pt x="36065" y="48799"/>
                </a:lnTo>
                <a:lnTo>
                  <a:pt x="31101" y="51093"/>
                </a:lnTo>
                <a:lnTo>
                  <a:pt x="27461" y="55350"/>
                </a:lnTo>
                <a:lnTo>
                  <a:pt x="26138" y="60920"/>
                </a:lnTo>
                <a:lnTo>
                  <a:pt x="992" y="168679"/>
                </a:lnTo>
                <a:lnTo>
                  <a:pt x="0" y="174248"/>
                </a:lnTo>
                <a:lnTo>
                  <a:pt x="1323" y="179817"/>
                </a:lnTo>
                <a:lnTo>
                  <a:pt x="74447" y="269890"/>
                </a:lnTo>
                <a:lnTo>
                  <a:pt x="89666" y="276768"/>
                </a:lnTo>
                <a:lnTo>
                  <a:pt x="201169" y="276768"/>
                </a:lnTo>
                <a:lnTo>
                  <a:pt x="207125" y="277423"/>
                </a:lnTo>
                <a:lnTo>
                  <a:pt x="212751" y="274803"/>
                </a:lnTo>
                <a:lnTo>
                  <a:pt x="216391" y="269890"/>
                </a:lnTo>
                <a:lnTo>
                  <a:pt x="286196" y="184402"/>
                </a:lnTo>
                <a:lnTo>
                  <a:pt x="289502" y="179817"/>
                </a:lnTo>
                <a:lnTo>
                  <a:pt x="290824" y="174248"/>
                </a:lnTo>
                <a:lnTo>
                  <a:pt x="290163" y="168679"/>
                </a:lnTo>
                <a:lnTo>
                  <a:pt x="265028" y="61574"/>
                </a:lnTo>
                <a:lnTo>
                  <a:pt x="153525" y="1636"/>
                </a:lnTo>
                <a:lnTo>
                  <a:pt x="150877" y="327"/>
                </a:lnTo>
                <a:lnTo>
                  <a:pt x="147899" y="0"/>
                </a:lnTo>
                <a:close/>
              </a:path>
            </a:pathLst>
          </a:custGeom>
          <a:solidFill>
            <a:srgbClr val="316CE6"/>
          </a:solidFill>
        </p:spPr>
        <p:txBody>
          <a:bodyPr wrap="square" lIns="0" tIns="0" rIns="0" bIns="0" rtlCol="0"/>
          <a:lstStyle/>
          <a:p>
            <a:endParaRPr/>
          </a:p>
        </p:txBody>
      </p:sp>
      <p:sp>
        <p:nvSpPr>
          <p:cNvPr id="24" name="object 36">
            <a:extLst>
              <a:ext uri="{FF2B5EF4-FFF2-40B4-BE49-F238E27FC236}">
                <a16:creationId xmlns:a16="http://schemas.microsoft.com/office/drawing/2014/main" id="{4A90E9F7-F135-40D0-9398-F98BF205F522}"/>
              </a:ext>
            </a:extLst>
          </p:cNvPr>
          <p:cNvSpPr/>
          <p:nvPr/>
        </p:nvSpPr>
        <p:spPr>
          <a:xfrm>
            <a:off x="7023377" y="3158644"/>
            <a:ext cx="221022" cy="210820"/>
          </a:xfrm>
          <a:prstGeom prst="rect">
            <a:avLst/>
          </a:prstGeom>
          <a:blipFill>
            <a:blip r:embed="rId10" cstate="print"/>
            <a:stretch>
              <a:fillRect/>
            </a:stretch>
          </a:blipFill>
        </p:spPr>
        <p:txBody>
          <a:bodyPr wrap="square" lIns="0" tIns="0" rIns="0" bIns="0" rtlCol="0"/>
          <a:lstStyle/>
          <a:p>
            <a:endParaRPr/>
          </a:p>
        </p:txBody>
      </p:sp>
      <p:sp>
        <p:nvSpPr>
          <p:cNvPr id="25" name="object 37">
            <a:extLst>
              <a:ext uri="{FF2B5EF4-FFF2-40B4-BE49-F238E27FC236}">
                <a16:creationId xmlns:a16="http://schemas.microsoft.com/office/drawing/2014/main" id="{2E318A31-CA13-44CF-BD1C-F59F5D879CC3}"/>
              </a:ext>
            </a:extLst>
          </p:cNvPr>
          <p:cNvSpPr/>
          <p:nvPr/>
        </p:nvSpPr>
        <p:spPr>
          <a:xfrm>
            <a:off x="7370130" y="3168355"/>
            <a:ext cx="1276175" cy="188337"/>
          </a:xfrm>
          <a:prstGeom prst="rect">
            <a:avLst/>
          </a:prstGeom>
          <a:blipFill>
            <a:blip r:embed="rId11" cstate="print"/>
            <a:stretch>
              <a:fillRect/>
            </a:stretch>
          </a:blipFill>
        </p:spPr>
        <p:txBody>
          <a:bodyPr wrap="square" lIns="0" tIns="0" rIns="0" bIns="0" rtlCol="0"/>
          <a:lstStyle/>
          <a:p>
            <a:endParaRPr/>
          </a:p>
        </p:txBody>
      </p:sp>
      <p:sp>
        <p:nvSpPr>
          <p:cNvPr id="26" name="object 38">
            <a:extLst>
              <a:ext uri="{FF2B5EF4-FFF2-40B4-BE49-F238E27FC236}">
                <a16:creationId xmlns:a16="http://schemas.microsoft.com/office/drawing/2014/main" id="{67D96BDA-B49C-42C3-AABF-06E850261B7C}"/>
              </a:ext>
            </a:extLst>
          </p:cNvPr>
          <p:cNvSpPr txBox="1"/>
          <p:nvPr/>
        </p:nvSpPr>
        <p:spPr>
          <a:xfrm>
            <a:off x="2843530" y="3159516"/>
            <a:ext cx="6504940" cy="1106072"/>
          </a:xfrm>
          <a:prstGeom prst="rect">
            <a:avLst/>
          </a:prstGeom>
        </p:spPr>
        <p:txBody>
          <a:bodyPr vert="horz" wrap="square" lIns="0" tIns="13335" rIns="0" bIns="0" rtlCol="0">
            <a:spAutoFit/>
          </a:bodyPr>
          <a:lstStyle/>
          <a:p>
            <a:pPr marL="766445">
              <a:spcBef>
                <a:spcPts val="105"/>
              </a:spcBef>
            </a:pPr>
            <a:r>
              <a:rPr sz="1100" dirty="0">
                <a:latin typeface="맑은 고딕"/>
                <a:cs typeface="맑은 고딕"/>
              </a:rPr>
              <a:t>컨테이너</a:t>
            </a:r>
            <a:r>
              <a:rPr sz="1100" spc="-165" dirty="0">
                <a:latin typeface="맑은 고딕"/>
                <a:cs typeface="맑은 고딕"/>
              </a:rPr>
              <a:t> </a:t>
            </a:r>
            <a:r>
              <a:rPr sz="1100" dirty="0">
                <a:latin typeface="맑은 고딕"/>
                <a:cs typeface="맑은 고딕"/>
              </a:rPr>
              <a:t>오케스트레이션</a:t>
            </a:r>
            <a:endParaRPr sz="1100">
              <a:latin typeface="맑은 고딕"/>
              <a:cs typeface="맑은 고딕"/>
            </a:endParaRPr>
          </a:p>
          <a:p>
            <a:pPr>
              <a:lnSpc>
                <a:spcPct val="100000"/>
              </a:lnSpc>
            </a:pPr>
            <a:endParaRPr sz="1900">
              <a:latin typeface="Times New Roman"/>
              <a:cs typeface="Times New Roman"/>
            </a:endParaRPr>
          </a:p>
          <a:p>
            <a:pPr marR="3246755" algn="ctr"/>
            <a:r>
              <a:rPr sz="1200" dirty="0">
                <a:latin typeface="맑은 고딕"/>
                <a:cs typeface="맑은 고딕"/>
              </a:rPr>
              <a:t>컨테이너</a:t>
            </a:r>
            <a:r>
              <a:rPr sz="1200" spc="-155" dirty="0">
                <a:latin typeface="맑은 고딕"/>
                <a:cs typeface="맑은 고딕"/>
              </a:rPr>
              <a:t> </a:t>
            </a:r>
            <a:r>
              <a:rPr sz="1200" dirty="0">
                <a:latin typeface="맑은 고딕"/>
                <a:cs typeface="맑은 고딕"/>
              </a:rPr>
              <a:t>런타임</a:t>
            </a:r>
            <a:endParaRPr sz="1200">
              <a:latin typeface="맑은 고딕"/>
              <a:cs typeface="맑은 고딕"/>
            </a:endParaRPr>
          </a:p>
          <a:p>
            <a:pPr>
              <a:spcBef>
                <a:spcPts val="15"/>
              </a:spcBef>
            </a:pPr>
            <a:endParaRPr sz="1700">
              <a:latin typeface="Times New Roman"/>
              <a:cs typeface="Times New Roman"/>
            </a:endParaRPr>
          </a:p>
          <a:p>
            <a:pPr marR="3262629" algn="ctr"/>
            <a:r>
              <a:rPr sz="1200" spc="-5" dirty="0">
                <a:latin typeface="Calibri"/>
                <a:cs typeface="Calibri"/>
              </a:rPr>
              <a:t>OS(Linux)</a:t>
            </a:r>
            <a:endParaRPr sz="1200">
              <a:latin typeface="Calibri"/>
              <a:cs typeface="Calibri"/>
            </a:endParaRPr>
          </a:p>
        </p:txBody>
      </p:sp>
      <p:sp>
        <p:nvSpPr>
          <p:cNvPr id="27" name="object 39">
            <a:extLst>
              <a:ext uri="{FF2B5EF4-FFF2-40B4-BE49-F238E27FC236}">
                <a16:creationId xmlns:a16="http://schemas.microsoft.com/office/drawing/2014/main" id="{75DDAC32-2056-45FC-A7AB-E695CDBC4E56}"/>
              </a:ext>
            </a:extLst>
          </p:cNvPr>
          <p:cNvSpPr/>
          <p:nvPr/>
        </p:nvSpPr>
        <p:spPr>
          <a:xfrm>
            <a:off x="4477766" y="2135960"/>
            <a:ext cx="1616075" cy="893444"/>
          </a:xfrm>
          <a:custGeom>
            <a:avLst/>
            <a:gdLst/>
            <a:ahLst/>
            <a:cxnLst/>
            <a:rect l="l" t="t" r="r" b="b"/>
            <a:pathLst>
              <a:path w="1616075" h="893444">
                <a:moveTo>
                  <a:pt x="0" y="893381"/>
                </a:moveTo>
                <a:lnTo>
                  <a:pt x="1615820" y="893381"/>
                </a:lnTo>
                <a:lnTo>
                  <a:pt x="1615820" y="0"/>
                </a:lnTo>
                <a:lnTo>
                  <a:pt x="0" y="0"/>
                </a:lnTo>
                <a:lnTo>
                  <a:pt x="0" y="893381"/>
                </a:lnTo>
                <a:close/>
              </a:path>
            </a:pathLst>
          </a:custGeom>
          <a:solidFill>
            <a:srgbClr val="68BB58"/>
          </a:solidFill>
        </p:spPr>
        <p:txBody>
          <a:bodyPr wrap="square" lIns="0" tIns="0" rIns="0" bIns="0" rtlCol="0"/>
          <a:lstStyle/>
          <a:p>
            <a:endParaRPr/>
          </a:p>
        </p:txBody>
      </p:sp>
      <p:sp>
        <p:nvSpPr>
          <p:cNvPr id="28" name="object 40">
            <a:extLst>
              <a:ext uri="{FF2B5EF4-FFF2-40B4-BE49-F238E27FC236}">
                <a16:creationId xmlns:a16="http://schemas.microsoft.com/office/drawing/2014/main" id="{10A20D37-95C5-4E7D-AD0A-3ADA4DDDD00E}"/>
              </a:ext>
            </a:extLst>
          </p:cNvPr>
          <p:cNvSpPr/>
          <p:nvPr/>
        </p:nvSpPr>
        <p:spPr>
          <a:xfrm>
            <a:off x="4477766" y="2135960"/>
            <a:ext cx="1616075" cy="893444"/>
          </a:xfrm>
          <a:custGeom>
            <a:avLst/>
            <a:gdLst/>
            <a:ahLst/>
            <a:cxnLst/>
            <a:rect l="l" t="t" r="r" b="b"/>
            <a:pathLst>
              <a:path w="1616075" h="893444">
                <a:moveTo>
                  <a:pt x="0" y="893381"/>
                </a:moveTo>
                <a:lnTo>
                  <a:pt x="1615820" y="893381"/>
                </a:lnTo>
                <a:lnTo>
                  <a:pt x="1615820" y="0"/>
                </a:lnTo>
                <a:lnTo>
                  <a:pt x="0" y="0"/>
                </a:lnTo>
                <a:lnTo>
                  <a:pt x="0" y="893381"/>
                </a:lnTo>
                <a:close/>
              </a:path>
            </a:pathLst>
          </a:custGeom>
          <a:ln w="12700">
            <a:solidFill>
              <a:srgbClr val="68BB58"/>
            </a:solidFill>
          </a:ln>
        </p:spPr>
        <p:txBody>
          <a:bodyPr wrap="square" lIns="0" tIns="0" rIns="0" bIns="0" rtlCol="0"/>
          <a:lstStyle/>
          <a:p>
            <a:endParaRPr/>
          </a:p>
        </p:txBody>
      </p:sp>
      <p:sp>
        <p:nvSpPr>
          <p:cNvPr id="29" name="object 41">
            <a:extLst>
              <a:ext uri="{FF2B5EF4-FFF2-40B4-BE49-F238E27FC236}">
                <a16:creationId xmlns:a16="http://schemas.microsoft.com/office/drawing/2014/main" id="{049B1079-F38D-41BF-A957-7B8D1F266B91}"/>
              </a:ext>
            </a:extLst>
          </p:cNvPr>
          <p:cNvSpPr txBox="1"/>
          <p:nvPr/>
        </p:nvSpPr>
        <p:spPr>
          <a:xfrm>
            <a:off x="4471416" y="2781641"/>
            <a:ext cx="1628775" cy="175048"/>
          </a:xfrm>
          <a:prstGeom prst="rect">
            <a:avLst/>
          </a:prstGeom>
        </p:spPr>
        <p:txBody>
          <a:bodyPr vert="horz" wrap="square" lIns="0" tIns="13335" rIns="0" bIns="0" rtlCol="0">
            <a:spAutoFit/>
          </a:bodyPr>
          <a:lstStyle/>
          <a:p>
            <a:pPr marL="116205">
              <a:spcBef>
                <a:spcPts val="105"/>
              </a:spcBef>
            </a:pPr>
            <a:r>
              <a:rPr sz="1050" dirty="0">
                <a:latin typeface="맑은 고딕"/>
                <a:cs typeface="맑은 고딕"/>
              </a:rPr>
              <a:t>컨테이너</a:t>
            </a:r>
            <a:r>
              <a:rPr sz="1050" spc="-170" dirty="0">
                <a:latin typeface="맑은 고딕"/>
                <a:cs typeface="맑은 고딕"/>
              </a:rPr>
              <a:t> </a:t>
            </a:r>
            <a:r>
              <a:rPr sz="1050" dirty="0">
                <a:latin typeface="맑은 고딕"/>
                <a:cs typeface="맑은 고딕"/>
              </a:rPr>
              <a:t>이미지</a:t>
            </a:r>
            <a:r>
              <a:rPr sz="1050" spc="-175" dirty="0">
                <a:latin typeface="맑은 고딕"/>
                <a:cs typeface="맑은 고딕"/>
              </a:rPr>
              <a:t> </a:t>
            </a:r>
            <a:r>
              <a:rPr sz="1050" dirty="0">
                <a:latin typeface="맑은 고딕"/>
                <a:cs typeface="맑은 고딕"/>
              </a:rPr>
              <a:t>저장소</a:t>
            </a:r>
            <a:endParaRPr sz="1050">
              <a:latin typeface="맑은 고딕"/>
              <a:cs typeface="맑은 고딕"/>
            </a:endParaRPr>
          </a:p>
        </p:txBody>
      </p:sp>
      <p:sp>
        <p:nvSpPr>
          <p:cNvPr id="30" name="object 42">
            <a:extLst>
              <a:ext uri="{FF2B5EF4-FFF2-40B4-BE49-F238E27FC236}">
                <a16:creationId xmlns:a16="http://schemas.microsoft.com/office/drawing/2014/main" id="{B41511FE-D2DE-4F6B-8B49-18C400750AEB}"/>
              </a:ext>
            </a:extLst>
          </p:cNvPr>
          <p:cNvSpPr/>
          <p:nvPr/>
        </p:nvSpPr>
        <p:spPr>
          <a:xfrm>
            <a:off x="4695191" y="2324403"/>
            <a:ext cx="1181099" cy="335876"/>
          </a:xfrm>
          <a:prstGeom prst="rect">
            <a:avLst/>
          </a:prstGeom>
          <a:blipFill>
            <a:blip r:embed="rId12" cstate="print"/>
            <a:stretch>
              <a:fillRect/>
            </a:stretch>
          </a:blipFill>
        </p:spPr>
        <p:txBody>
          <a:bodyPr wrap="square" lIns="0" tIns="0" rIns="0" bIns="0" rtlCol="0"/>
          <a:lstStyle/>
          <a:p>
            <a:endParaRPr/>
          </a:p>
        </p:txBody>
      </p:sp>
      <p:sp>
        <p:nvSpPr>
          <p:cNvPr id="31" name="object 43">
            <a:extLst>
              <a:ext uri="{FF2B5EF4-FFF2-40B4-BE49-F238E27FC236}">
                <a16:creationId xmlns:a16="http://schemas.microsoft.com/office/drawing/2014/main" id="{97F15933-FF4C-4CEB-A81C-5C7C6822AC9D}"/>
              </a:ext>
            </a:extLst>
          </p:cNvPr>
          <p:cNvSpPr/>
          <p:nvPr/>
        </p:nvSpPr>
        <p:spPr>
          <a:xfrm>
            <a:off x="6099684" y="2135960"/>
            <a:ext cx="1621155" cy="893444"/>
          </a:xfrm>
          <a:custGeom>
            <a:avLst/>
            <a:gdLst/>
            <a:ahLst/>
            <a:cxnLst/>
            <a:rect l="l" t="t" r="r" b="b"/>
            <a:pathLst>
              <a:path w="1621154" h="893444">
                <a:moveTo>
                  <a:pt x="0" y="893381"/>
                </a:moveTo>
                <a:lnTo>
                  <a:pt x="1621027" y="893381"/>
                </a:lnTo>
                <a:lnTo>
                  <a:pt x="1621027" y="0"/>
                </a:lnTo>
                <a:lnTo>
                  <a:pt x="0" y="0"/>
                </a:lnTo>
                <a:lnTo>
                  <a:pt x="0" y="893381"/>
                </a:lnTo>
                <a:close/>
              </a:path>
            </a:pathLst>
          </a:custGeom>
          <a:solidFill>
            <a:srgbClr val="0CB8EE"/>
          </a:solidFill>
        </p:spPr>
        <p:txBody>
          <a:bodyPr wrap="square" lIns="0" tIns="0" rIns="0" bIns="0" rtlCol="0"/>
          <a:lstStyle/>
          <a:p>
            <a:endParaRPr/>
          </a:p>
        </p:txBody>
      </p:sp>
      <p:sp>
        <p:nvSpPr>
          <p:cNvPr id="32" name="object 44">
            <a:extLst>
              <a:ext uri="{FF2B5EF4-FFF2-40B4-BE49-F238E27FC236}">
                <a16:creationId xmlns:a16="http://schemas.microsoft.com/office/drawing/2014/main" id="{43EC119D-D86E-4F4A-A68A-C1C938F9E096}"/>
              </a:ext>
            </a:extLst>
          </p:cNvPr>
          <p:cNvSpPr/>
          <p:nvPr/>
        </p:nvSpPr>
        <p:spPr>
          <a:xfrm>
            <a:off x="6099684" y="2135960"/>
            <a:ext cx="1621155" cy="893444"/>
          </a:xfrm>
          <a:custGeom>
            <a:avLst/>
            <a:gdLst/>
            <a:ahLst/>
            <a:cxnLst/>
            <a:rect l="l" t="t" r="r" b="b"/>
            <a:pathLst>
              <a:path w="1621154" h="893444">
                <a:moveTo>
                  <a:pt x="0" y="893381"/>
                </a:moveTo>
                <a:lnTo>
                  <a:pt x="1621027" y="893381"/>
                </a:lnTo>
                <a:lnTo>
                  <a:pt x="1621027" y="0"/>
                </a:lnTo>
                <a:lnTo>
                  <a:pt x="0" y="0"/>
                </a:lnTo>
                <a:lnTo>
                  <a:pt x="0" y="893381"/>
                </a:lnTo>
                <a:close/>
              </a:path>
            </a:pathLst>
          </a:custGeom>
          <a:ln w="12700">
            <a:solidFill>
              <a:srgbClr val="0CB8EE"/>
            </a:solidFill>
          </a:ln>
        </p:spPr>
        <p:txBody>
          <a:bodyPr wrap="square" lIns="0" tIns="0" rIns="0" bIns="0" rtlCol="0"/>
          <a:lstStyle/>
          <a:p>
            <a:endParaRPr/>
          </a:p>
        </p:txBody>
      </p:sp>
      <p:sp>
        <p:nvSpPr>
          <p:cNvPr id="33" name="object 45">
            <a:extLst>
              <a:ext uri="{FF2B5EF4-FFF2-40B4-BE49-F238E27FC236}">
                <a16:creationId xmlns:a16="http://schemas.microsoft.com/office/drawing/2014/main" id="{F0B853FB-C2D7-4331-9345-2DEAF2A85A02}"/>
              </a:ext>
            </a:extLst>
          </p:cNvPr>
          <p:cNvSpPr/>
          <p:nvPr/>
        </p:nvSpPr>
        <p:spPr>
          <a:xfrm>
            <a:off x="7726426" y="2135960"/>
            <a:ext cx="1616075" cy="893444"/>
          </a:xfrm>
          <a:custGeom>
            <a:avLst/>
            <a:gdLst/>
            <a:ahLst/>
            <a:cxnLst/>
            <a:rect l="l" t="t" r="r" b="b"/>
            <a:pathLst>
              <a:path w="1616075" h="893444">
                <a:moveTo>
                  <a:pt x="0" y="893381"/>
                </a:moveTo>
                <a:lnTo>
                  <a:pt x="1615820" y="893381"/>
                </a:lnTo>
                <a:lnTo>
                  <a:pt x="1615820" y="0"/>
                </a:lnTo>
                <a:lnTo>
                  <a:pt x="0" y="0"/>
                </a:lnTo>
                <a:lnTo>
                  <a:pt x="0" y="893381"/>
                </a:lnTo>
                <a:close/>
              </a:path>
            </a:pathLst>
          </a:custGeom>
          <a:solidFill>
            <a:srgbClr val="FFD234"/>
          </a:solidFill>
        </p:spPr>
        <p:txBody>
          <a:bodyPr wrap="square" lIns="0" tIns="0" rIns="0" bIns="0" rtlCol="0"/>
          <a:lstStyle/>
          <a:p>
            <a:endParaRPr/>
          </a:p>
        </p:txBody>
      </p:sp>
      <p:sp>
        <p:nvSpPr>
          <p:cNvPr id="34" name="object 46">
            <a:extLst>
              <a:ext uri="{FF2B5EF4-FFF2-40B4-BE49-F238E27FC236}">
                <a16:creationId xmlns:a16="http://schemas.microsoft.com/office/drawing/2014/main" id="{C8225F22-AD2F-422C-BC33-B34C6EA11120}"/>
              </a:ext>
            </a:extLst>
          </p:cNvPr>
          <p:cNvSpPr/>
          <p:nvPr/>
        </p:nvSpPr>
        <p:spPr>
          <a:xfrm>
            <a:off x="7726426" y="2135960"/>
            <a:ext cx="1616075" cy="893444"/>
          </a:xfrm>
          <a:custGeom>
            <a:avLst/>
            <a:gdLst/>
            <a:ahLst/>
            <a:cxnLst/>
            <a:rect l="l" t="t" r="r" b="b"/>
            <a:pathLst>
              <a:path w="1616075" h="893444">
                <a:moveTo>
                  <a:pt x="0" y="893381"/>
                </a:moveTo>
                <a:lnTo>
                  <a:pt x="1615820" y="893381"/>
                </a:lnTo>
                <a:lnTo>
                  <a:pt x="1615820" y="0"/>
                </a:lnTo>
                <a:lnTo>
                  <a:pt x="0" y="0"/>
                </a:lnTo>
                <a:lnTo>
                  <a:pt x="0" y="893381"/>
                </a:lnTo>
                <a:close/>
              </a:path>
            </a:pathLst>
          </a:custGeom>
          <a:ln w="12700">
            <a:solidFill>
              <a:srgbClr val="FFD234"/>
            </a:solidFill>
          </a:ln>
        </p:spPr>
        <p:txBody>
          <a:bodyPr wrap="square" lIns="0" tIns="0" rIns="0" bIns="0" rtlCol="0"/>
          <a:lstStyle/>
          <a:p>
            <a:endParaRPr/>
          </a:p>
        </p:txBody>
      </p:sp>
      <p:sp>
        <p:nvSpPr>
          <p:cNvPr id="35" name="object 47">
            <a:extLst>
              <a:ext uri="{FF2B5EF4-FFF2-40B4-BE49-F238E27FC236}">
                <a16:creationId xmlns:a16="http://schemas.microsoft.com/office/drawing/2014/main" id="{AF4F99B3-B7DF-432A-8390-073EA3EB099D}"/>
              </a:ext>
            </a:extLst>
          </p:cNvPr>
          <p:cNvSpPr/>
          <p:nvPr/>
        </p:nvSpPr>
        <p:spPr>
          <a:xfrm>
            <a:off x="2849881" y="2135960"/>
            <a:ext cx="1621155" cy="893444"/>
          </a:xfrm>
          <a:custGeom>
            <a:avLst/>
            <a:gdLst/>
            <a:ahLst/>
            <a:cxnLst/>
            <a:rect l="l" t="t" r="r" b="b"/>
            <a:pathLst>
              <a:path w="1621155" h="893444">
                <a:moveTo>
                  <a:pt x="0" y="893381"/>
                </a:moveTo>
                <a:lnTo>
                  <a:pt x="1621028" y="893381"/>
                </a:lnTo>
                <a:lnTo>
                  <a:pt x="1621028" y="0"/>
                </a:lnTo>
                <a:lnTo>
                  <a:pt x="0" y="0"/>
                </a:lnTo>
                <a:lnTo>
                  <a:pt x="0" y="893381"/>
                </a:lnTo>
                <a:close/>
              </a:path>
            </a:pathLst>
          </a:custGeom>
          <a:solidFill>
            <a:srgbClr val="F8CAAC"/>
          </a:solidFill>
        </p:spPr>
        <p:txBody>
          <a:bodyPr wrap="square" lIns="0" tIns="0" rIns="0" bIns="0" rtlCol="0"/>
          <a:lstStyle/>
          <a:p>
            <a:endParaRPr/>
          </a:p>
        </p:txBody>
      </p:sp>
      <p:sp>
        <p:nvSpPr>
          <p:cNvPr id="36" name="object 48">
            <a:extLst>
              <a:ext uri="{FF2B5EF4-FFF2-40B4-BE49-F238E27FC236}">
                <a16:creationId xmlns:a16="http://schemas.microsoft.com/office/drawing/2014/main" id="{997879F3-30DB-4606-975A-C6FD455C7334}"/>
              </a:ext>
            </a:extLst>
          </p:cNvPr>
          <p:cNvSpPr/>
          <p:nvPr/>
        </p:nvSpPr>
        <p:spPr>
          <a:xfrm>
            <a:off x="2849881" y="2135960"/>
            <a:ext cx="1621155" cy="893444"/>
          </a:xfrm>
          <a:custGeom>
            <a:avLst/>
            <a:gdLst/>
            <a:ahLst/>
            <a:cxnLst/>
            <a:rect l="l" t="t" r="r" b="b"/>
            <a:pathLst>
              <a:path w="1621155" h="893444">
                <a:moveTo>
                  <a:pt x="0" y="893381"/>
                </a:moveTo>
                <a:lnTo>
                  <a:pt x="1621028" y="893381"/>
                </a:lnTo>
                <a:lnTo>
                  <a:pt x="1621028" y="0"/>
                </a:lnTo>
                <a:lnTo>
                  <a:pt x="0" y="0"/>
                </a:lnTo>
                <a:lnTo>
                  <a:pt x="0" y="893381"/>
                </a:lnTo>
                <a:close/>
              </a:path>
            </a:pathLst>
          </a:custGeom>
          <a:ln w="12700">
            <a:solidFill>
              <a:srgbClr val="F8CAAC"/>
            </a:solidFill>
          </a:ln>
        </p:spPr>
        <p:txBody>
          <a:bodyPr wrap="square" lIns="0" tIns="0" rIns="0" bIns="0" rtlCol="0"/>
          <a:lstStyle/>
          <a:p>
            <a:endParaRPr/>
          </a:p>
        </p:txBody>
      </p:sp>
      <p:sp>
        <p:nvSpPr>
          <p:cNvPr id="37" name="object 49">
            <a:extLst>
              <a:ext uri="{FF2B5EF4-FFF2-40B4-BE49-F238E27FC236}">
                <a16:creationId xmlns:a16="http://schemas.microsoft.com/office/drawing/2014/main" id="{FB15D952-73CC-4643-A914-6F161EABDE9A}"/>
              </a:ext>
            </a:extLst>
          </p:cNvPr>
          <p:cNvSpPr/>
          <p:nvPr/>
        </p:nvSpPr>
        <p:spPr>
          <a:xfrm>
            <a:off x="3922141" y="2271278"/>
            <a:ext cx="441959" cy="441960"/>
          </a:xfrm>
          <a:prstGeom prst="rect">
            <a:avLst/>
          </a:prstGeom>
          <a:blipFill>
            <a:blip r:embed="rId13" cstate="print"/>
            <a:stretch>
              <a:fillRect/>
            </a:stretch>
          </a:blipFill>
        </p:spPr>
        <p:txBody>
          <a:bodyPr wrap="square" lIns="0" tIns="0" rIns="0" bIns="0" rtlCol="0"/>
          <a:lstStyle/>
          <a:p>
            <a:endParaRPr/>
          </a:p>
        </p:txBody>
      </p:sp>
      <p:sp>
        <p:nvSpPr>
          <p:cNvPr id="38" name="object 50">
            <a:extLst>
              <a:ext uri="{FF2B5EF4-FFF2-40B4-BE49-F238E27FC236}">
                <a16:creationId xmlns:a16="http://schemas.microsoft.com/office/drawing/2014/main" id="{93EEF4BB-666C-40DC-83F7-2DB89D1C1368}"/>
              </a:ext>
            </a:extLst>
          </p:cNvPr>
          <p:cNvSpPr txBox="1"/>
          <p:nvPr/>
        </p:nvSpPr>
        <p:spPr>
          <a:xfrm>
            <a:off x="2843531" y="2365259"/>
            <a:ext cx="1633855" cy="654050"/>
          </a:xfrm>
          <a:prstGeom prst="rect">
            <a:avLst/>
          </a:prstGeom>
        </p:spPr>
        <p:txBody>
          <a:bodyPr vert="horz" wrap="square" lIns="0" tIns="13335" rIns="0" bIns="0" rtlCol="0">
            <a:spAutoFit/>
          </a:bodyPr>
          <a:lstStyle/>
          <a:p>
            <a:pPr marL="205104">
              <a:spcBef>
                <a:spcPts val="105"/>
              </a:spcBef>
            </a:pPr>
            <a:r>
              <a:rPr sz="1400" b="1" spc="-15" dirty="0">
                <a:solidFill>
                  <a:srgbClr val="FFFFFF"/>
                </a:solidFill>
                <a:latin typeface="Tahoma"/>
                <a:cs typeface="Tahoma"/>
              </a:rPr>
              <a:t>Kubeflow</a:t>
            </a:r>
            <a:endParaRPr sz="1400">
              <a:latin typeface="Tahoma"/>
              <a:cs typeface="Tahoma"/>
            </a:endParaRPr>
          </a:p>
          <a:p>
            <a:pPr marL="257810">
              <a:spcBef>
                <a:spcPts val="865"/>
              </a:spcBef>
            </a:pPr>
            <a:r>
              <a:rPr sz="1000" spc="-5" dirty="0">
                <a:latin typeface="맑은 고딕"/>
                <a:cs typeface="맑은 고딕"/>
              </a:rPr>
              <a:t>웹기반 개발 환경</a:t>
            </a:r>
            <a:endParaRPr sz="1000">
              <a:latin typeface="맑은 고딕"/>
              <a:cs typeface="맑은 고딕"/>
            </a:endParaRPr>
          </a:p>
          <a:p>
            <a:pPr marL="257810"/>
            <a:r>
              <a:rPr sz="1000" spc="-5" dirty="0">
                <a:latin typeface="맑은 고딕"/>
                <a:cs typeface="맑은 고딕"/>
              </a:rPr>
              <a:t>MLOps</a:t>
            </a:r>
            <a:endParaRPr sz="1000">
              <a:latin typeface="맑은 고딕"/>
              <a:cs typeface="맑은 고딕"/>
            </a:endParaRPr>
          </a:p>
        </p:txBody>
      </p:sp>
      <p:sp>
        <p:nvSpPr>
          <p:cNvPr id="39" name="object 51">
            <a:extLst>
              <a:ext uri="{FF2B5EF4-FFF2-40B4-BE49-F238E27FC236}">
                <a16:creationId xmlns:a16="http://schemas.microsoft.com/office/drawing/2014/main" id="{ABF6B5A2-3628-4F29-8B05-7D81A39CBD7D}"/>
              </a:ext>
            </a:extLst>
          </p:cNvPr>
          <p:cNvSpPr/>
          <p:nvPr/>
        </p:nvSpPr>
        <p:spPr>
          <a:xfrm>
            <a:off x="6549899" y="2350540"/>
            <a:ext cx="720445" cy="283451"/>
          </a:xfrm>
          <a:prstGeom prst="rect">
            <a:avLst/>
          </a:prstGeom>
          <a:blipFill>
            <a:blip r:embed="rId14" cstate="print"/>
            <a:stretch>
              <a:fillRect/>
            </a:stretch>
          </a:blipFill>
        </p:spPr>
        <p:txBody>
          <a:bodyPr wrap="square" lIns="0" tIns="0" rIns="0" bIns="0" rtlCol="0"/>
          <a:lstStyle/>
          <a:p>
            <a:endParaRPr/>
          </a:p>
        </p:txBody>
      </p:sp>
      <p:sp>
        <p:nvSpPr>
          <p:cNvPr id="40" name="object 52">
            <a:extLst>
              <a:ext uri="{FF2B5EF4-FFF2-40B4-BE49-F238E27FC236}">
                <a16:creationId xmlns:a16="http://schemas.microsoft.com/office/drawing/2014/main" id="{66AFAC67-0CA0-41F6-9BD1-B9CAA94F3638}"/>
              </a:ext>
            </a:extLst>
          </p:cNvPr>
          <p:cNvSpPr txBox="1"/>
          <p:nvPr/>
        </p:nvSpPr>
        <p:spPr>
          <a:xfrm>
            <a:off x="6099937" y="2781641"/>
            <a:ext cx="1627505" cy="175048"/>
          </a:xfrm>
          <a:prstGeom prst="rect">
            <a:avLst/>
          </a:prstGeom>
        </p:spPr>
        <p:txBody>
          <a:bodyPr vert="horz" wrap="square" lIns="0" tIns="13335" rIns="0" bIns="0" rtlCol="0">
            <a:spAutoFit/>
          </a:bodyPr>
          <a:lstStyle/>
          <a:p>
            <a:pPr marL="91440">
              <a:spcBef>
                <a:spcPts val="105"/>
              </a:spcBef>
            </a:pPr>
            <a:r>
              <a:rPr sz="1050" dirty="0">
                <a:latin typeface="Calibri"/>
                <a:cs typeface="Calibri"/>
              </a:rPr>
              <a:t>LDAP(</a:t>
            </a:r>
            <a:r>
              <a:rPr sz="1050" dirty="0">
                <a:latin typeface="맑은 고딕"/>
                <a:cs typeface="맑은 고딕"/>
              </a:rPr>
              <a:t>사용자데이터관리</a:t>
            </a:r>
            <a:r>
              <a:rPr sz="1050" dirty="0">
                <a:latin typeface="Calibri"/>
                <a:cs typeface="Calibri"/>
              </a:rPr>
              <a:t>)</a:t>
            </a:r>
            <a:endParaRPr sz="1050">
              <a:latin typeface="Calibri"/>
              <a:cs typeface="Calibri"/>
            </a:endParaRPr>
          </a:p>
        </p:txBody>
      </p:sp>
      <p:sp>
        <p:nvSpPr>
          <p:cNvPr id="41" name="object 53">
            <a:extLst>
              <a:ext uri="{FF2B5EF4-FFF2-40B4-BE49-F238E27FC236}">
                <a16:creationId xmlns:a16="http://schemas.microsoft.com/office/drawing/2014/main" id="{D5FF3ACC-5B6A-4147-AB07-DD459BC7ECA0}"/>
              </a:ext>
            </a:extLst>
          </p:cNvPr>
          <p:cNvSpPr txBox="1"/>
          <p:nvPr/>
        </p:nvSpPr>
        <p:spPr>
          <a:xfrm>
            <a:off x="7727061" y="2780117"/>
            <a:ext cx="1621790" cy="175048"/>
          </a:xfrm>
          <a:prstGeom prst="rect">
            <a:avLst/>
          </a:prstGeom>
        </p:spPr>
        <p:txBody>
          <a:bodyPr vert="horz" wrap="square" lIns="0" tIns="13335" rIns="0" bIns="0" rtlCol="0">
            <a:spAutoFit/>
          </a:bodyPr>
          <a:lstStyle/>
          <a:p>
            <a:pPr marL="62865">
              <a:spcBef>
                <a:spcPts val="105"/>
              </a:spcBef>
            </a:pPr>
            <a:r>
              <a:rPr sz="1050" dirty="0">
                <a:latin typeface="Calibri"/>
                <a:cs typeface="Calibri"/>
              </a:rPr>
              <a:t>DeepcellKube </a:t>
            </a:r>
            <a:r>
              <a:rPr sz="1050" spc="-5" dirty="0">
                <a:latin typeface="Calibri"/>
                <a:cs typeface="Calibri"/>
              </a:rPr>
              <a:t>User</a:t>
            </a:r>
            <a:r>
              <a:rPr sz="1050" spc="-60" dirty="0">
                <a:latin typeface="Calibri"/>
                <a:cs typeface="Calibri"/>
              </a:rPr>
              <a:t> </a:t>
            </a:r>
            <a:r>
              <a:rPr sz="1050" dirty="0">
                <a:latin typeface="Calibri"/>
                <a:cs typeface="Calibri"/>
              </a:rPr>
              <a:t>Manger</a:t>
            </a:r>
            <a:endParaRPr sz="1050">
              <a:latin typeface="Calibri"/>
              <a:cs typeface="Calibri"/>
            </a:endParaRPr>
          </a:p>
        </p:txBody>
      </p:sp>
      <p:sp>
        <p:nvSpPr>
          <p:cNvPr id="42" name="object 54">
            <a:extLst>
              <a:ext uri="{FF2B5EF4-FFF2-40B4-BE49-F238E27FC236}">
                <a16:creationId xmlns:a16="http://schemas.microsoft.com/office/drawing/2014/main" id="{FF9C3015-F5B9-4AD1-A6FC-2B1FF4483CA8}"/>
              </a:ext>
            </a:extLst>
          </p:cNvPr>
          <p:cNvSpPr/>
          <p:nvPr/>
        </p:nvSpPr>
        <p:spPr>
          <a:xfrm>
            <a:off x="8314498" y="2197007"/>
            <a:ext cx="341355" cy="341366"/>
          </a:xfrm>
          <a:prstGeom prst="rect">
            <a:avLst/>
          </a:prstGeom>
          <a:blipFill>
            <a:blip r:embed="rId15" cstate="print"/>
            <a:stretch>
              <a:fillRect/>
            </a:stretch>
          </a:blipFill>
        </p:spPr>
        <p:txBody>
          <a:bodyPr wrap="square" lIns="0" tIns="0" rIns="0" bIns="0" rtlCol="0"/>
          <a:lstStyle/>
          <a:p>
            <a:endParaRPr/>
          </a:p>
        </p:txBody>
      </p:sp>
      <p:sp>
        <p:nvSpPr>
          <p:cNvPr id="43" name="object 55">
            <a:extLst>
              <a:ext uri="{FF2B5EF4-FFF2-40B4-BE49-F238E27FC236}">
                <a16:creationId xmlns:a16="http://schemas.microsoft.com/office/drawing/2014/main" id="{FD98DC3E-BCD8-4BEE-9074-807D9ED36957}"/>
              </a:ext>
            </a:extLst>
          </p:cNvPr>
          <p:cNvSpPr/>
          <p:nvPr/>
        </p:nvSpPr>
        <p:spPr>
          <a:xfrm>
            <a:off x="8315287" y="2589811"/>
            <a:ext cx="956310" cy="241935"/>
          </a:xfrm>
          <a:custGeom>
            <a:avLst/>
            <a:gdLst/>
            <a:ahLst/>
            <a:cxnLst/>
            <a:rect l="l" t="t" r="r" b="b"/>
            <a:pathLst>
              <a:path w="956309" h="241935">
                <a:moveTo>
                  <a:pt x="916116" y="0"/>
                </a:moveTo>
                <a:lnTo>
                  <a:pt x="904365" y="0"/>
                </a:lnTo>
                <a:lnTo>
                  <a:pt x="898489" y="443"/>
                </a:lnTo>
                <a:lnTo>
                  <a:pt x="892162" y="1330"/>
                </a:lnTo>
                <a:lnTo>
                  <a:pt x="892162" y="138339"/>
                </a:lnTo>
                <a:lnTo>
                  <a:pt x="892614" y="138339"/>
                </a:lnTo>
                <a:lnTo>
                  <a:pt x="893370" y="149472"/>
                </a:lnTo>
                <a:lnTo>
                  <a:pt x="917924" y="180461"/>
                </a:lnTo>
                <a:lnTo>
                  <a:pt x="942330" y="183122"/>
                </a:lnTo>
                <a:lnTo>
                  <a:pt x="953176" y="181791"/>
                </a:lnTo>
                <a:lnTo>
                  <a:pt x="955436" y="180905"/>
                </a:lnTo>
                <a:lnTo>
                  <a:pt x="955888" y="179574"/>
                </a:lnTo>
                <a:lnTo>
                  <a:pt x="955804" y="166584"/>
                </a:lnTo>
                <a:lnTo>
                  <a:pt x="954984" y="160952"/>
                </a:lnTo>
                <a:lnTo>
                  <a:pt x="953515" y="155188"/>
                </a:lnTo>
                <a:lnTo>
                  <a:pt x="940974" y="155188"/>
                </a:lnTo>
                <a:lnTo>
                  <a:pt x="936454" y="154301"/>
                </a:lnTo>
                <a:lnTo>
                  <a:pt x="927866" y="1330"/>
                </a:lnTo>
                <a:lnTo>
                  <a:pt x="921991" y="443"/>
                </a:lnTo>
                <a:lnTo>
                  <a:pt x="916116" y="0"/>
                </a:lnTo>
                <a:close/>
              </a:path>
              <a:path w="956309" h="241935">
                <a:moveTo>
                  <a:pt x="953176" y="153858"/>
                </a:moveTo>
                <a:lnTo>
                  <a:pt x="951821" y="154301"/>
                </a:lnTo>
                <a:lnTo>
                  <a:pt x="950013" y="154301"/>
                </a:lnTo>
                <a:lnTo>
                  <a:pt x="948657" y="154744"/>
                </a:lnTo>
                <a:lnTo>
                  <a:pt x="946849" y="154744"/>
                </a:lnTo>
                <a:lnTo>
                  <a:pt x="945493" y="155188"/>
                </a:lnTo>
                <a:lnTo>
                  <a:pt x="953515" y="155188"/>
                </a:lnTo>
                <a:lnTo>
                  <a:pt x="953176" y="153858"/>
                </a:lnTo>
                <a:close/>
              </a:path>
              <a:path w="956309" h="241935">
                <a:moveTo>
                  <a:pt x="844255" y="0"/>
                </a:moveTo>
                <a:lnTo>
                  <a:pt x="832504" y="0"/>
                </a:lnTo>
                <a:lnTo>
                  <a:pt x="826628" y="443"/>
                </a:lnTo>
                <a:lnTo>
                  <a:pt x="820301" y="1330"/>
                </a:lnTo>
                <a:lnTo>
                  <a:pt x="820301" y="138339"/>
                </a:lnTo>
                <a:lnTo>
                  <a:pt x="820753" y="138339"/>
                </a:lnTo>
                <a:lnTo>
                  <a:pt x="821509" y="149472"/>
                </a:lnTo>
                <a:lnTo>
                  <a:pt x="846063" y="180461"/>
                </a:lnTo>
                <a:lnTo>
                  <a:pt x="870468" y="183122"/>
                </a:lnTo>
                <a:lnTo>
                  <a:pt x="881315" y="181791"/>
                </a:lnTo>
                <a:lnTo>
                  <a:pt x="883575" y="180905"/>
                </a:lnTo>
                <a:lnTo>
                  <a:pt x="884027" y="179574"/>
                </a:lnTo>
                <a:lnTo>
                  <a:pt x="883943" y="166584"/>
                </a:lnTo>
                <a:lnTo>
                  <a:pt x="883123" y="160952"/>
                </a:lnTo>
                <a:lnTo>
                  <a:pt x="881654" y="155188"/>
                </a:lnTo>
                <a:lnTo>
                  <a:pt x="869112" y="155188"/>
                </a:lnTo>
                <a:lnTo>
                  <a:pt x="864593" y="154301"/>
                </a:lnTo>
                <a:lnTo>
                  <a:pt x="856005" y="1330"/>
                </a:lnTo>
                <a:lnTo>
                  <a:pt x="850130" y="443"/>
                </a:lnTo>
                <a:lnTo>
                  <a:pt x="844255" y="0"/>
                </a:lnTo>
                <a:close/>
              </a:path>
              <a:path w="956309" h="241935">
                <a:moveTo>
                  <a:pt x="881315" y="153858"/>
                </a:moveTo>
                <a:lnTo>
                  <a:pt x="879959" y="154301"/>
                </a:lnTo>
                <a:lnTo>
                  <a:pt x="878152" y="154301"/>
                </a:lnTo>
                <a:lnTo>
                  <a:pt x="876796" y="154744"/>
                </a:lnTo>
                <a:lnTo>
                  <a:pt x="874988" y="154744"/>
                </a:lnTo>
                <a:lnTo>
                  <a:pt x="873632" y="155188"/>
                </a:lnTo>
                <a:lnTo>
                  <a:pt x="881654" y="155188"/>
                </a:lnTo>
                <a:lnTo>
                  <a:pt x="881315" y="153858"/>
                </a:lnTo>
                <a:close/>
              </a:path>
              <a:path w="956309" h="241935">
                <a:moveTo>
                  <a:pt x="750700" y="50990"/>
                </a:moveTo>
                <a:lnTo>
                  <a:pt x="705956" y="59858"/>
                </a:lnTo>
                <a:lnTo>
                  <a:pt x="681550" y="92669"/>
                </a:lnTo>
                <a:lnTo>
                  <a:pt x="677515" y="118386"/>
                </a:lnTo>
                <a:lnTo>
                  <a:pt x="677562" y="121490"/>
                </a:lnTo>
                <a:lnTo>
                  <a:pt x="688330" y="160952"/>
                </a:lnTo>
                <a:lnTo>
                  <a:pt x="721775" y="182533"/>
                </a:lnTo>
                <a:lnTo>
                  <a:pt x="746180" y="185339"/>
                </a:lnTo>
                <a:lnTo>
                  <a:pt x="758122" y="184847"/>
                </a:lnTo>
                <a:lnTo>
                  <a:pt x="769513" y="183399"/>
                </a:lnTo>
                <a:lnTo>
                  <a:pt x="780310" y="181036"/>
                </a:lnTo>
                <a:lnTo>
                  <a:pt x="790472" y="177801"/>
                </a:lnTo>
                <a:lnTo>
                  <a:pt x="790472" y="172480"/>
                </a:lnTo>
                <a:lnTo>
                  <a:pt x="748440" y="156961"/>
                </a:lnTo>
                <a:lnTo>
                  <a:pt x="740990" y="156546"/>
                </a:lnTo>
                <a:lnTo>
                  <a:pt x="712735" y="128584"/>
                </a:lnTo>
                <a:lnTo>
                  <a:pt x="797251" y="128584"/>
                </a:lnTo>
                <a:lnTo>
                  <a:pt x="797703" y="126810"/>
                </a:lnTo>
                <a:lnTo>
                  <a:pt x="797703" y="124150"/>
                </a:lnTo>
                <a:lnTo>
                  <a:pt x="798155" y="121490"/>
                </a:lnTo>
                <a:lnTo>
                  <a:pt x="798607" y="118386"/>
                </a:lnTo>
                <a:lnTo>
                  <a:pt x="798607" y="103754"/>
                </a:lnTo>
                <a:lnTo>
                  <a:pt x="713639" y="103754"/>
                </a:lnTo>
                <a:lnTo>
                  <a:pt x="714543" y="95329"/>
                </a:lnTo>
                <a:lnTo>
                  <a:pt x="717255" y="88678"/>
                </a:lnTo>
                <a:lnTo>
                  <a:pt x="721323" y="84245"/>
                </a:lnTo>
                <a:lnTo>
                  <a:pt x="725842" y="79811"/>
                </a:lnTo>
                <a:lnTo>
                  <a:pt x="732169" y="77150"/>
                </a:lnTo>
                <a:lnTo>
                  <a:pt x="790351" y="77150"/>
                </a:lnTo>
                <a:lnTo>
                  <a:pt x="788664" y="74046"/>
                </a:lnTo>
                <a:lnTo>
                  <a:pt x="778721" y="63405"/>
                </a:lnTo>
                <a:lnTo>
                  <a:pt x="772846" y="58971"/>
                </a:lnTo>
                <a:lnTo>
                  <a:pt x="758383" y="52763"/>
                </a:lnTo>
                <a:lnTo>
                  <a:pt x="750700" y="50990"/>
                </a:lnTo>
                <a:close/>
              </a:path>
              <a:path w="956309" h="241935">
                <a:moveTo>
                  <a:pt x="783241" y="150754"/>
                </a:moveTo>
                <a:lnTo>
                  <a:pt x="772394" y="154301"/>
                </a:lnTo>
                <a:lnTo>
                  <a:pt x="766066" y="155188"/>
                </a:lnTo>
                <a:lnTo>
                  <a:pt x="754316" y="156961"/>
                </a:lnTo>
                <a:lnTo>
                  <a:pt x="786254" y="156961"/>
                </a:lnTo>
                <a:lnTo>
                  <a:pt x="785049" y="154301"/>
                </a:lnTo>
                <a:lnTo>
                  <a:pt x="783241" y="150754"/>
                </a:lnTo>
                <a:close/>
              </a:path>
              <a:path w="956309" h="241935">
                <a:moveTo>
                  <a:pt x="713687" y="103310"/>
                </a:moveTo>
                <a:lnTo>
                  <a:pt x="713639" y="103754"/>
                </a:lnTo>
                <a:lnTo>
                  <a:pt x="713687" y="103310"/>
                </a:lnTo>
                <a:close/>
              </a:path>
              <a:path w="956309" h="241935">
                <a:moveTo>
                  <a:pt x="790351" y="77150"/>
                </a:moveTo>
                <a:lnTo>
                  <a:pt x="747536" y="77150"/>
                </a:lnTo>
                <a:lnTo>
                  <a:pt x="753411" y="79367"/>
                </a:lnTo>
                <a:lnTo>
                  <a:pt x="761547" y="89122"/>
                </a:lnTo>
                <a:lnTo>
                  <a:pt x="763806" y="95329"/>
                </a:lnTo>
                <a:lnTo>
                  <a:pt x="764258" y="103310"/>
                </a:lnTo>
                <a:lnTo>
                  <a:pt x="713687" y="103310"/>
                </a:lnTo>
                <a:lnTo>
                  <a:pt x="713639" y="103754"/>
                </a:lnTo>
                <a:lnTo>
                  <a:pt x="798607" y="103754"/>
                </a:lnTo>
                <a:lnTo>
                  <a:pt x="797251" y="95329"/>
                </a:lnTo>
                <a:lnTo>
                  <a:pt x="794991" y="88235"/>
                </a:lnTo>
                <a:lnTo>
                  <a:pt x="792280" y="80697"/>
                </a:lnTo>
                <a:lnTo>
                  <a:pt x="790351" y="77150"/>
                </a:lnTo>
                <a:close/>
              </a:path>
              <a:path w="956309" h="241935">
                <a:moveTo>
                  <a:pt x="633643" y="50546"/>
                </a:moveTo>
                <a:lnTo>
                  <a:pt x="593871" y="59414"/>
                </a:lnTo>
                <a:lnTo>
                  <a:pt x="570369" y="91339"/>
                </a:lnTo>
                <a:lnTo>
                  <a:pt x="566301" y="117499"/>
                </a:lnTo>
                <a:lnTo>
                  <a:pt x="566556" y="124649"/>
                </a:lnTo>
                <a:lnTo>
                  <a:pt x="582572" y="165386"/>
                </a:lnTo>
                <a:lnTo>
                  <a:pt x="623050" y="184188"/>
                </a:lnTo>
                <a:lnTo>
                  <a:pt x="637259" y="184452"/>
                </a:lnTo>
                <a:lnTo>
                  <a:pt x="643586" y="184008"/>
                </a:lnTo>
                <a:lnTo>
                  <a:pt x="655337" y="182235"/>
                </a:lnTo>
                <a:lnTo>
                  <a:pt x="661664" y="180905"/>
                </a:lnTo>
                <a:lnTo>
                  <a:pt x="668444" y="178244"/>
                </a:lnTo>
                <a:lnTo>
                  <a:pt x="668331" y="171150"/>
                </a:lnTo>
                <a:lnTo>
                  <a:pt x="667992" y="167159"/>
                </a:lnTo>
                <a:lnTo>
                  <a:pt x="665280" y="158291"/>
                </a:lnTo>
                <a:lnTo>
                  <a:pt x="664075" y="155631"/>
                </a:lnTo>
                <a:lnTo>
                  <a:pt x="624604" y="155631"/>
                </a:lnTo>
                <a:lnTo>
                  <a:pt x="616921" y="152527"/>
                </a:lnTo>
                <a:lnTo>
                  <a:pt x="602910" y="117056"/>
                </a:lnTo>
                <a:lnTo>
                  <a:pt x="603418" y="108319"/>
                </a:lnTo>
                <a:lnTo>
                  <a:pt x="634547" y="78480"/>
                </a:lnTo>
                <a:lnTo>
                  <a:pt x="663020" y="78480"/>
                </a:lnTo>
                <a:lnTo>
                  <a:pt x="665732" y="69612"/>
                </a:lnTo>
                <a:lnTo>
                  <a:pt x="666636" y="64735"/>
                </a:lnTo>
                <a:lnTo>
                  <a:pt x="667088" y="60745"/>
                </a:lnTo>
                <a:lnTo>
                  <a:pt x="667088" y="56754"/>
                </a:lnTo>
                <a:lnTo>
                  <a:pt x="663472" y="55424"/>
                </a:lnTo>
                <a:lnTo>
                  <a:pt x="660308" y="54537"/>
                </a:lnTo>
                <a:lnTo>
                  <a:pt x="654885" y="52763"/>
                </a:lnTo>
                <a:lnTo>
                  <a:pt x="651721" y="52320"/>
                </a:lnTo>
                <a:lnTo>
                  <a:pt x="646298" y="51433"/>
                </a:lnTo>
                <a:lnTo>
                  <a:pt x="643134" y="50990"/>
                </a:lnTo>
                <a:lnTo>
                  <a:pt x="636807" y="50990"/>
                </a:lnTo>
                <a:lnTo>
                  <a:pt x="633643" y="50546"/>
                </a:lnTo>
                <a:close/>
              </a:path>
              <a:path w="956309" h="241935">
                <a:moveTo>
                  <a:pt x="661664" y="151197"/>
                </a:moveTo>
                <a:lnTo>
                  <a:pt x="658501" y="152527"/>
                </a:lnTo>
                <a:lnTo>
                  <a:pt x="656241" y="153414"/>
                </a:lnTo>
                <a:lnTo>
                  <a:pt x="651721" y="154301"/>
                </a:lnTo>
                <a:lnTo>
                  <a:pt x="649914" y="155188"/>
                </a:lnTo>
                <a:lnTo>
                  <a:pt x="647654" y="155188"/>
                </a:lnTo>
                <a:lnTo>
                  <a:pt x="645846" y="155631"/>
                </a:lnTo>
                <a:lnTo>
                  <a:pt x="664075" y="155631"/>
                </a:lnTo>
                <a:lnTo>
                  <a:pt x="663472" y="154301"/>
                </a:lnTo>
                <a:lnTo>
                  <a:pt x="661664" y="151197"/>
                </a:lnTo>
                <a:close/>
              </a:path>
              <a:path w="956309" h="241935">
                <a:moveTo>
                  <a:pt x="663020" y="78480"/>
                </a:moveTo>
                <a:lnTo>
                  <a:pt x="639518" y="78480"/>
                </a:lnTo>
                <a:lnTo>
                  <a:pt x="647654" y="79367"/>
                </a:lnTo>
                <a:lnTo>
                  <a:pt x="651269" y="79811"/>
                </a:lnTo>
                <a:lnTo>
                  <a:pt x="655789" y="81141"/>
                </a:lnTo>
                <a:lnTo>
                  <a:pt x="660760" y="82914"/>
                </a:lnTo>
                <a:lnTo>
                  <a:pt x="663020" y="78480"/>
                </a:lnTo>
                <a:close/>
              </a:path>
              <a:path w="956309" h="241935">
                <a:moveTo>
                  <a:pt x="457832" y="241205"/>
                </a:moveTo>
                <a:lnTo>
                  <a:pt x="443821" y="241205"/>
                </a:lnTo>
                <a:lnTo>
                  <a:pt x="446533" y="241648"/>
                </a:lnTo>
                <a:lnTo>
                  <a:pt x="455120" y="241648"/>
                </a:lnTo>
                <a:lnTo>
                  <a:pt x="457832" y="241205"/>
                </a:lnTo>
                <a:close/>
              </a:path>
              <a:path w="956309" h="241935">
                <a:moveTo>
                  <a:pt x="451052" y="52320"/>
                </a:moveTo>
                <a:lnTo>
                  <a:pt x="440657" y="52320"/>
                </a:lnTo>
                <a:lnTo>
                  <a:pt x="438398" y="52763"/>
                </a:lnTo>
                <a:lnTo>
                  <a:pt x="436138" y="52763"/>
                </a:lnTo>
                <a:lnTo>
                  <a:pt x="431618" y="53650"/>
                </a:lnTo>
                <a:lnTo>
                  <a:pt x="431619" y="240318"/>
                </a:lnTo>
                <a:lnTo>
                  <a:pt x="437946" y="241205"/>
                </a:lnTo>
                <a:lnTo>
                  <a:pt x="460996" y="241205"/>
                </a:lnTo>
                <a:lnTo>
                  <a:pt x="463708" y="240761"/>
                </a:lnTo>
                <a:lnTo>
                  <a:pt x="466871" y="240318"/>
                </a:lnTo>
                <a:lnTo>
                  <a:pt x="466871" y="183565"/>
                </a:lnTo>
                <a:lnTo>
                  <a:pt x="498430" y="183565"/>
                </a:lnTo>
                <a:lnTo>
                  <a:pt x="505372" y="182089"/>
                </a:lnTo>
                <a:lnTo>
                  <a:pt x="538436" y="161631"/>
                </a:lnTo>
                <a:lnTo>
                  <a:pt x="542154" y="156518"/>
                </a:lnTo>
                <a:lnTo>
                  <a:pt x="477266" y="156518"/>
                </a:lnTo>
                <a:lnTo>
                  <a:pt x="471843" y="156074"/>
                </a:lnTo>
                <a:lnTo>
                  <a:pt x="467323" y="154744"/>
                </a:lnTo>
                <a:lnTo>
                  <a:pt x="467323" y="106858"/>
                </a:lnTo>
                <a:lnTo>
                  <a:pt x="467775" y="102867"/>
                </a:lnTo>
                <a:lnTo>
                  <a:pt x="486305" y="81141"/>
                </a:lnTo>
                <a:lnTo>
                  <a:pt x="547169" y="81141"/>
                </a:lnTo>
                <a:lnTo>
                  <a:pt x="546415" y="78924"/>
                </a:lnTo>
                <a:lnTo>
                  <a:pt x="542800" y="72273"/>
                </a:lnTo>
                <a:lnTo>
                  <a:pt x="542452" y="71829"/>
                </a:lnTo>
                <a:lnTo>
                  <a:pt x="464611" y="71829"/>
                </a:lnTo>
                <a:lnTo>
                  <a:pt x="464611" y="70499"/>
                </a:lnTo>
                <a:lnTo>
                  <a:pt x="464159" y="69169"/>
                </a:lnTo>
                <a:lnTo>
                  <a:pt x="464159" y="67395"/>
                </a:lnTo>
                <a:lnTo>
                  <a:pt x="463707" y="65622"/>
                </a:lnTo>
                <a:lnTo>
                  <a:pt x="463707" y="63848"/>
                </a:lnTo>
                <a:lnTo>
                  <a:pt x="462351" y="58528"/>
                </a:lnTo>
                <a:lnTo>
                  <a:pt x="461899" y="57197"/>
                </a:lnTo>
                <a:lnTo>
                  <a:pt x="461447" y="55424"/>
                </a:lnTo>
                <a:lnTo>
                  <a:pt x="460543" y="53650"/>
                </a:lnTo>
                <a:lnTo>
                  <a:pt x="455572" y="52763"/>
                </a:lnTo>
                <a:lnTo>
                  <a:pt x="451052" y="52320"/>
                </a:lnTo>
                <a:close/>
              </a:path>
              <a:path w="956309" h="241935">
                <a:moveTo>
                  <a:pt x="498430" y="183565"/>
                </a:moveTo>
                <a:lnTo>
                  <a:pt x="466871" y="183565"/>
                </a:lnTo>
                <a:lnTo>
                  <a:pt x="468679" y="184008"/>
                </a:lnTo>
                <a:lnTo>
                  <a:pt x="470939" y="184008"/>
                </a:lnTo>
                <a:lnTo>
                  <a:pt x="476362" y="184895"/>
                </a:lnTo>
                <a:lnTo>
                  <a:pt x="482238" y="184895"/>
                </a:lnTo>
                <a:lnTo>
                  <a:pt x="490458" y="184569"/>
                </a:lnTo>
                <a:lnTo>
                  <a:pt x="498169" y="183620"/>
                </a:lnTo>
                <a:lnTo>
                  <a:pt x="498430" y="183565"/>
                </a:lnTo>
                <a:close/>
              </a:path>
              <a:path w="956309" h="241935">
                <a:moveTo>
                  <a:pt x="547169" y="81141"/>
                </a:moveTo>
                <a:lnTo>
                  <a:pt x="495344" y="81141"/>
                </a:lnTo>
                <a:lnTo>
                  <a:pt x="499412" y="82027"/>
                </a:lnTo>
                <a:lnTo>
                  <a:pt x="502124" y="83801"/>
                </a:lnTo>
                <a:lnTo>
                  <a:pt x="513874" y="102424"/>
                </a:lnTo>
                <a:lnTo>
                  <a:pt x="514778" y="106858"/>
                </a:lnTo>
                <a:lnTo>
                  <a:pt x="515148" y="110848"/>
                </a:lnTo>
                <a:lnTo>
                  <a:pt x="515230" y="116612"/>
                </a:lnTo>
                <a:lnTo>
                  <a:pt x="514722" y="126000"/>
                </a:lnTo>
                <a:lnTo>
                  <a:pt x="490507" y="155929"/>
                </a:lnTo>
                <a:lnTo>
                  <a:pt x="483142" y="156518"/>
                </a:lnTo>
                <a:lnTo>
                  <a:pt x="542154" y="156518"/>
                </a:lnTo>
                <a:lnTo>
                  <a:pt x="553157" y="116612"/>
                </a:lnTo>
                <a:lnTo>
                  <a:pt x="553041" y="110848"/>
                </a:lnTo>
                <a:lnTo>
                  <a:pt x="552940" y="107668"/>
                </a:lnTo>
                <a:lnTo>
                  <a:pt x="552178" y="100151"/>
                </a:lnTo>
                <a:lnTo>
                  <a:pt x="550907" y="93216"/>
                </a:lnTo>
                <a:lnTo>
                  <a:pt x="549127" y="86905"/>
                </a:lnTo>
                <a:lnTo>
                  <a:pt x="547169" y="81141"/>
                </a:lnTo>
                <a:close/>
              </a:path>
              <a:path w="956309" h="241935">
                <a:moveTo>
                  <a:pt x="508451" y="50546"/>
                </a:moveTo>
                <a:lnTo>
                  <a:pt x="496700" y="50546"/>
                </a:lnTo>
                <a:lnTo>
                  <a:pt x="492180" y="50990"/>
                </a:lnTo>
                <a:lnTo>
                  <a:pt x="488565" y="52320"/>
                </a:lnTo>
                <a:lnTo>
                  <a:pt x="484497" y="53650"/>
                </a:lnTo>
                <a:lnTo>
                  <a:pt x="481333" y="54980"/>
                </a:lnTo>
                <a:lnTo>
                  <a:pt x="478170" y="57197"/>
                </a:lnTo>
                <a:lnTo>
                  <a:pt x="475006" y="58971"/>
                </a:lnTo>
                <a:lnTo>
                  <a:pt x="470035" y="63848"/>
                </a:lnTo>
                <a:lnTo>
                  <a:pt x="467775" y="66509"/>
                </a:lnTo>
                <a:lnTo>
                  <a:pt x="465967" y="69169"/>
                </a:lnTo>
                <a:lnTo>
                  <a:pt x="464611" y="71829"/>
                </a:lnTo>
                <a:lnTo>
                  <a:pt x="542452" y="71829"/>
                </a:lnTo>
                <a:lnTo>
                  <a:pt x="538280" y="66509"/>
                </a:lnTo>
                <a:lnTo>
                  <a:pt x="533760" y="61188"/>
                </a:lnTo>
                <a:lnTo>
                  <a:pt x="527885" y="57197"/>
                </a:lnTo>
                <a:lnTo>
                  <a:pt x="515230" y="51877"/>
                </a:lnTo>
                <a:lnTo>
                  <a:pt x="508451" y="50546"/>
                </a:lnTo>
                <a:close/>
              </a:path>
              <a:path w="956309" h="241935">
                <a:moveTo>
                  <a:pt x="366084" y="50990"/>
                </a:moveTo>
                <a:lnTo>
                  <a:pt x="321793" y="59858"/>
                </a:lnTo>
                <a:lnTo>
                  <a:pt x="297387" y="92669"/>
                </a:lnTo>
                <a:lnTo>
                  <a:pt x="293352" y="118386"/>
                </a:lnTo>
                <a:lnTo>
                  <a:pt x="293398" y="121490"/>
                </a:lnTo>
                <a:lnTo>
                  <a:pt x="304167" y="160952"/>
                </a:lnTo>
                <a:lnTo>
                  <a:pt x="337612" y="182533"/>
                </a:lnTo>
                <a:lnTo>
                  <a:pt x="362017" y="185338"/>
                </a:lnTo>
                <a:lnTo>
                  <a:pt x="373959" y="184847"/>
                </a:lnTo>
                <a:lnTo>
                  <a:pt x="385349" y="183399"/>
                </a:lnTo>
                <a:lnTo>
                  <a:pt x="396147" y="181036"/>
                </a:lnTo>
                <a:lnTo>
                  <a:pt x="406309" y="177801"/>
                </a:lnTo>
                <a:lnTo>
                  <a:pt x="406309" y="172480"/>
                </a:lnTo>
                <a:lnTo>
                  <a:pt x="364277" y="156961"/>
                </a:lnTo>
                <a:lnTo>
                  <a:pt x="356827" y="156546"/>
                </a:lnTo>
                <a:lnTo>
                  <a:pt x="328572" y="128584"/>
                </a:lnTo>
                <a:lnTo>
                  <a:pt x="413088" y="128584"/>
                </a:lnTo>
                <a:lnTo>
                  <a:pt x="413540" y="126810"/>
                </a:lnTo>
                <a:lnTo>
                  <a:pt x="413540" y="124150"/>
                </a:lnTo>
                <a:lnTo>
                  <a:pt x="413992" y="121490"/>
                </a:lnTo>
                <a:lnTo>
                  <a:pt x="414444" y="118386"/>
                </a:lnTo>
                <a:lnTo>
                  <a:pt x="414444" y="103754"/>
                </a:lnTo>
                <a:lnTo>
                  <a:pt x="329476" y="103754"/>
                </a:lnTo>
                <a:lnTo>
                  <a:pt x="330380" y="95329"/>
                </a:lnTo>
                <a:lnTo>
                  <a:pt x="333092" y="88678"/>
                </a:lnTo>
                <a:lnTo>
                  <a:pt x="337159" y="84244"/>
                </a:lnTo>
                <a:lnTo>
                  <a:pt x="341679" y="79810"/>
                </a:lnTo>
                <a:lnTo>
                  <a:pt x="348006" y="77150"/>
                </a:lnTo>
                <a:lnTo>
                  <a:pt x="406188" y="77150"/>
                </a:lnTo>
                <a:lnTo>
                  <a:pt x="404501" y="74046"/>
                </a:lnTo>
                <a:lnTo>
                  <a:pt x="394558" y="63405"/>
                </a:lnTo>
                <a:lnTo>
                  <a:pt x="388682" y="58971"/>
                </a:lnTo>
                <a:lnTo>
                  <a:pt x="374220" y="52763"/>
                </a:lnTo>
                <a:lnTo>
                  <a:pt x="366084" y="50990"/>
                </a:lnTo>
                <a:close/>
              </a:path>
              <a:path w="956309" h="241935">
                <a:moveTo>
                  <a:pt x="399078" y="150754"/>
                </a:moveTo>
                <a:lnTo>
                  <a:pt x="388231" y="154301"/>
                </a:lnTo>
                <a:lnTo>
                  <a:pt x="381903" y="155188"/>
                </a:lnTo>
                <a:lnTo>
                  <a:pt x="370152" y="156961"/>
                </a:lnTo>
                <a:lnTo>
                  <a:pt x="402091" y="156961"/>
                </a:lnTo>
                <a:lnTo>
                  <a:pt x="400885" y="154301"/>
                </a:lnTo>
                <a:lnTo>
                  <a:pt x="399078" y="150754"/>
                </a:lnTo>
                <a:close/>
              </a:path>
              <a:path w="956309" h="241935">
                <a:moveTo>
                  <a:pt x="329524" y="103310"/>
                </a:moveTo>
                <a:lnTo>
                  <a:pt x="329476" y="103754"/>
                </a:lnTo>
                <a:lnTo>
                  <a:pt x="329524" y="103310"/>
                </a:lnTo>
                <a:close/>
              </a:path>
              <a:path w="956309" h="241935">
                <a:moveTo>
                  <a:pt x="406188" y="77150"/>
                </a:moveTo>
                <a:lnTo>
                  <a:pt x="363373" y="77150"/>
                </a:lnTo>
                <a:lnTo>
                  <a:pt x="369248" y="79367"/>
                </a:lnTo>
                <a:lnTo>
                  <a:pt x="377384" y="89122"/>
                </a:lnTo>
                <a:lnTo>
                  <a:pt x="379643" y="95329"/>
                </a:lnTo>
                <a:lnTo>
                  <a:pt x="380095" y="103310"/>
                </a:lnTo>
                <a:lnTo>
                  <a:pt x="329524" y="103310"/>
                </a:lnTo>
                <a:lnTo>
                  <a:pt x="329476" y="103754"/>
                </a:lnTo>
                <a:lnTo>
                  <a:pt x="414444" y="103754"/>
                </a:lnTo>
                <a:lnTo>
                  <a:pt x="413088" y="95329"/>
                </a:lnTo>
                <a:lnTo>
                  <a:pt x="410828" y="88235"/>
                </a:lnTo>
                <a:lnTo>
                  <a:pt x="408117" y="80697"/>
                </a:lnTo>
                <a:lnTo>
                  <a:pt x="406188" y="77150"/>
                </a:lnTo>
                <a:close/>
              </a:path>
              <a:path w="956309" h="241935">
                <a:moveTo>
                  <a:pt x="232305" y="50990"/>
                </a:moveTo>
                <a:lnTo>
                  <a:pt x="187562" y="59858"/>
                </a:lnTo>
                <a:lnTo>
                  <a:pt x="163156" y="92669"/>
                </a:lnTo>
                <a:lnTo>
                  <a:pt x="159121" y="118386"/>
                </a:lnTo>
                <a:lnTo>
                  <a:pt x="159167" y="121490"/>
                </a:lnTo>
                <a:lnTo>
                  <a:pt x="169936" y="160952"/>
                </a:lnTo>
                <a:lnTo>
                  <a:pt x="203380" y="182533"/>
                </a:lnTo>
                <a:lnTo>
                  <a:pt x="227786" y="185338"/>
                </a:lnTo>
                <a:lnTo>
                  <a:pt x="239728" y="184847"/>
                </a:lnTo>
                <a:lnTo>
                  <a:pt x="251118" y="183399"/>
                </a:lnTo>
                <a:lnTo>
                  <a:pt x="261916" y="181036"/>
                </a:lnTo>
                <a:lnTo>
                  <a:pt x="272078" y="177801"/>
                </a:lnTo>
                <a:lnTo>
                  <a:pt x="272078" y="172480"/>
                </a:lnTo>
                <a:lnTo>
                  <a:pt x="230046" y="156961"/>
                </a:lnTo>
                <a:lnTo>
                  <a:pt x="222596" y="156545"/>
                </a:lnTo>
                <a:lnTo>
                  <a:pt x="194341" y="128584"/>
                </a:lnTo>
                <a:lnTo>
                  <a:pt x="278857" y="128584"/>
                </a:lnTo>
                <a:lnTo>
                  <a:pt x="279309" y="126810"/>
                </a:lnTo>
                <a:lnTo>
                  <a:pt x="279309" y="124150"/>
                </a:lnTo>
                <a:lnTo>
                  <a:pt x="279761" y="121490"/>
                </a:lnTo>
                <a:lnTo>
                  <a:pt x="280213" y="118386"/>
                </a:lnTo>
                <a:lnTo>
                  <a:pt x="280213" y="103754"/>
                </a:lnTo>
                <a:lnTo>
                  <a:pt x="195245" y="103754"/>
                </a:lnTo>
                <a:lnTo>
                  <a:pt x="196149" y="95329"/>
                </a:lnTo>
                <a:lnTo>
                  <a:pt x="198861" y="88678"/>
                </a:lnTo>
                <a:lnTo>
                  <a:pt x="202928" y="84244"/>
                </a:lnTo>
                <a:lnTo>
                  <a:pt x="207448" y="79810"/>
                </a:lnTo>
                <a:lnTo>
                  <a:pt x="213775" y="77150"/>
                </a:lnTo>
                <a:lnTo>
                  <a:pt x="271957" y="77150"/>
                </a:lnTo>
                <a:lnTo>
                  <a:pt x="270270" y="74046"/>
                </a:lnTo>
                <a:lnTo>
                  <a:pt x="260327" y="63405"/>
                </a:lnTo>
                <a:lnTo>
                  <a:pt x="254451" y="58971"/>
                </a:lnTo>
                <a:lnTo>
                  <a:pt x="239989" y="52763"/>
                </a:lnTo>
                <a:lnTo>
                  <a:pt x="232305" y="50990"/>
                </a:lnTo>
                <a:close/>
              </a:path>
              <a:path w="956309" h="241935">
                <a:moveTo>
                  <a:pt x="264846" y="150754"/>
                </a:moveTo>
                <a:lnTo>
                  <a:pt x="253999" y="154301"/>
                </a:lnTo>
                <a:lnTo>
                  <a:pt x="241345" y="156074"/>
                </a:lnTo>
                <a:lnTo>
                  <a:pt x="235921" y="156961"/>
                </a:lnTo>
                <a:lnTo>
                  <a:pt x="267859" y="156961"/>
                </a:lnTo>
                <a:lnTo>
                  <a:pt x="266654" y="154301"/>
                </a:lnTo>
                <a:lnTo>
                  <a:pt x="264846" y="150754"/>
                </a:lnTo>
                <a:close/>
              </a:path>
              <a:path w="956309" h="241935">
                <a:moveTo>
                  <a:pt x="195293" y="103310"/>
                </a:moveTo>
                <a:lnTo>
                  <a:pt x="195245" y="103754"/>
                </a:lnTo>
                <a:lnTo>
                  <a:pt x="195293" y="103310"/>
                </a:lnTo>
                <a:close/>
              </a:path>
              <a:path w="956309" h="241935">
                <a:moveTo>
                  <a:pt x="271957" y="77150"/>
                </a:moveTo>
                <a:lnTo>
                  <a:pt x="229142" y="77150"/>
                </a:lnTo>
                <a:lnTo>
                  <a:pt x="235017" y="79367"/>
                </a:lnTo>
                <a:lnTo>
                  <a:pt x="243152" y="89122"/>
                </a:lnTo>
                <a:lnTo>
                  <a:pt x="245412" y="95329"/>
                </a:lnTo>
                <a:lnTo>
                  <a:pt x="245864" y="103310"/>
                </a:lnTo>
                <a:lnTo>
                  <a:pt x="195293" y="103310"/>
                </a:lnTo>
                <a:lnTo>
                  <a:pt x="195245" y="103754"/>
                </a:lnTo>
                <a:lnTo>
                  <a:pt x="280213" y="103754"/>
                </a:lnTo>
                <a:lnTo>
                  <a:pt x="278857" y="95329"/>
                </a:lnTo>
                <a:lnTo>
                  <a:pt x="276597" y="88235"/>
                </a:lnTo>
                <a:lnTo>
                  <a:pt x="273885" y="80697"/>
                </a:lnTo>
                <a:lnTo>
                  <a:pt x="271957" y="77150"/>
                </a:lnTo>
                <a:close/>
              </a:path>
              <a:path w="956309" h="241935">
                <a:moveTo>
                  <a:pt x="47907" y="1330"/>
                </a:moveTo>
                <a:lnTo>
                  <a:pt x="6779" y="3546"/>
                </a:lnTo>
                <a:lnTo>
                  <a:pt x="0" y="4433"/>
                </a:lnTo>
                <a:lnTo>
                  <a:pt x="0" y="181791"/>
                </a:lnTo>
                <a:lnTo>
                  <a:pt x="452" y="181791"/>
                </a:lnTo>
                <a:lnTo>
                  <a:pt x="7683" y="182678"/>
                </a:lnTo>
                <a:lnTo>
                  <a:pt x="14463" y="183121"/>
                </a:lnTo>
                <a:lnTo>
                  <a:pt x="21694" y="184008"/>
                </a:lnTo>
                <a:lnTo>
                  <a:pt x="37060" y="184895"/>
                </a:lnTo>
                <a:lnTo>
                  <a:pt x="88809" y="179297"/>
                </a:lnTo>
                <a:lnTo>
                  <a:pt x="128002" y="153857"/>
                </a:lnTo>
                <a:lnTo>
                  <a:pt x="45196" y="153857"/>
                </a:lnTo>
                <a:lnTo>
                  <a:pt x="42936" y="153414"/>
                </a:lnTo>
                <a:lnTo>
                  <a:pt x="40676" y="153414"/>
                </a:lnTo>
                <a:lnTo>
                  <a:pt x="38868" y="152971"/>
                </a:lnTo>
                <a:lnTo>
                  <a:pt x="37060" y="152971"/>
                </a:lnTo>
                <a:lnTo>
                  <a:pt x="37060" y="32811"/>
                </a:lnTo>
                <a:lnTo>
                  <a:pt x="37512" y="32811"/>
                </a:lnTo>
                <a:lnTo>
                  <a:pt x="39772" y="32367"/>
                </a:lnTo>
                <a:lnTo>
                  <a:pt x="127357" y="32367"/>
                </a:lnTo>
                <a:lnTo>
                  <a:pt x="120672" y="24386"/>
                </a:lnTo>
                <a:lnTo>
                  <a:pt x="106760" y="14236"/>
                </a:lnTo>
                <a:lnTo>
                  <a:pt x="90052" y="7038"/>
                </a:lnTo>
                <a:lnTo>
                  <a:pt x="70462" y="2750"/>
                </a:lnTo>
                <a:lnTo>
                  <a:pt x="47907" y="1330"/>
                </a:lnTo>
                <a:close/>
              </a:path>
              <a:path w="956309" h="241935">
                <a:moveTo>
                  <a:pt x="127357" y="32367"/>
                </a:moveTo>
                <a:lnTo>
                  <a:pt x="61014" y="32367"/>
                </a:lnTo>
                <a:lnTo>
                  <a:pt x="67341" y="33254"/>
                </a:lnTo>
                <a:lnTo>
                  <a:pt x="79996" y="36801"/>
                </a:lnTo>
                <a:lnTo>
                  <a:pt x="103921" y="69730"/>
                </a:lnTo>
                <a:lnTo>
                  <a:pt x="106210" y="93112"/>
                </a:lnTo>
                <a:lnTo>
                  <a:pt x="105955" y="101939"/>
                </a:lnTo>
                <a:lnTo>
                  <a:pt x="90391" y="141886"/>
                </a:lnTo>
                <a:lnTo>
                  <a:pt x="73217" y="151197"/>
                </a:lnTo>
                <a:lnTo>
                  <a:pt x="66437" y="152971"/>
                </a:lnTo>
                <a:lnTo>
                  <a:pt x="59206" y="153857"/>
                </a:lnTo>
                <a:lnTo>
                  <a:pt x="128002" y="153857"/>
                </a:lnTo>
                <a:lnTo>
                  <a:pt x="131230" y="150179"/>
                </a:lnTo>
                <a:lnTo>
                  <a:pt x="139146" y="134514"/>
                </a:lnTo>
                <a:lnTo>
                  <a:pt x="143927" y="115774"/>
                </a:lnTo>
                <a:lnTo>
                  <a:pt x="145530" y="93999"/>
                </a:lnTo>
                <a:lnTo>
                  <a:pt x="143997" y="72210"/>
                </a:lnTo>
                <a:lnTo>
                  <a:pt x="139372" y="53373"/>
                </a:lnTo>
                <a:lnTo>
                  <a:pt x="131611" y="37445"/>
                </a:lnTo>
                <a:lnTo>
                  <a:pt x="127357" y="32367"/>
                </a:lnTo>
                <a:close/>
              </a:path>
            </a:pathLst>
          </a:custGeom>
          <a:solidFill>
            <a:srgbClr val="18284D"/>
          </a:solidFill>
        </p:spPr>
        <p:txBody>
          <a:bodyPr wrap="square" lIns="0" tIns="0" rIns="0" bIns="0" rtlCol="0"/>
          <a:lstStyle/>
          <a:p>
            <a:endParaRPr/>
          </a:p>
        </p:txBody>
      </p:sp>
      <p:sp>
        <p:nvSpPr>
          <p:cNvPr id="44" name="object 56">
            <a:extLst>
              <a:ext uri="{FF2B5EF4-FFF2-40B4-BE49-F238E27FC236}">
                <a16:creationId xmlns:a16="http://schemas.microsoft.com/office/drawing/2014/main" id="{6514E964-ACC3-428E-B025-47D6B04BB6AF}"/>
              </a:ext>
            </a:extLst>
          </p:cNvPr>
          <p:cNvSpPr/>
          <p:nvPr/>
        </p:nvSpPr>
        <p:spPr>
          <a:xfrm>
            <a:off x="8057223" y="2565424"/>
            <a:ext cx="213360" cy="208915"/>
          </a:xfrm>
          <a:custGeom>
            <a:avLst/>
            <a:gdLst/>
            <a:ahLst/>
            <a:cxnLst/>
            <a:rect l="l" t="t" r="r" b="b"/>
            <a:pathLst>
              <a:path w="213359" h="208914">
                <a:moveTo>
                  <a:pt x="106206" y="0"/>
                </a:moveTo>
                <a:lnTo>
                  <a:pt x="0" y="0"/>
                </a:lnTo>
                <a:lnTo>
                  <a:pt x="0" y="208839"/>
                </a:lnTo>
                <a:lnTo>
                  <a:pt x="106658" y="208839"/>
                </a:lnTo>
                <a:lnTo>
                  <a:pt x="148040" y="200913"/>
                </a:lnTo>
                <a:lnTo>
                  <a:pt x="181796" y="178688"/>
                </a:lnTo>
                <a:lnTo>
                  <a:pt x="204535" y="145489"/>
                </a:lnTo>
                <a:lnTo>
                  <a:pt x="212868" y="104641"/>
                </a:lnTo>
                <a:lnTo>
                  <a:pt x="204527" y="63973"/>
                </a:lnTo>
                <a:lnTo>
                  <a:pt x="181739" y="30705"/>
                </a:lnTo>
                <a:lnTo>
                  <a:pt x="147849" y="8244"/>
                </a:lnTo>
                <a:lnTo>
                  <a:pt x="106206" y="0"/>
                </a:lnTo>
                <a:close/>
              </a:path>
            </a:pathLst>
          </a:custGeom>
          <a:solidFill>
            <a:srgbClr val="3169B4"/>
          </a:solidFill>
        </p:spPr>
        <p:txBody>
          <a:bodyPr wrap="square" lIns="0" tIns="0" rIns="0" bIns="0" rtlCol="0"/>
          <a:lstStyle/>
          <a:p>
            <a:endParaRPr/>
          </a:p>
        </p:txBody>
      </p:sp>
      <p:sp>
        <p:nvSpPr>
          <p:cNvPr id="45" name="object 57">
            <a:extLst>
              <a:ext uri="{FF2B5EF4-FFF2-40B4-BE49-F238E27FC236}">
                <a16:creationId xmlns:a16="http://schemas.microsoft.com/office/drawing/2014/main" id="{449C08AA-0741-485E-A7D7-1230503EEEDB}"/>
              </a:ext>
            </a:extLst>
          </p:cNvPr>
          <p:cNvSpPr/>
          <p:nvPr/>
        </p:nvSpPr>
        <p:spPr>
          <a:xfrm>
            <a:off x="8003441" y="2565868"/>
            <a:ext cx="53340" cy="51435"/>
          </a:xfrm>
          <a:custGeom>
            <a:avLst/>
            <a:gdLst/>
            <a:ahLst/>
            <a:cxnLst/>
            <a:rect l="l" t="t" r="r" b="b"/>
            <a:pathLst>
              <a:path w="53340" h="51435">
                <a:moveTo>
                  <a:pt x="0" y="50990"/>
                </a:moveTo>
                <a:lnTo>
                  <a:pt x="53331" y="50990"/>
                </a:lnTo>
                <a:lnTo>
                  <a:pt x="53330" y="0"/>
                </a:lnTo>
                <a:lnTo>
                  <a:pt x="0" y="0"/>
                </a:lnTo>
                <a:lnTo>
                  <a:pt x="0" y="50990"/>
                </a:lnTo>
                <a:close/>
              </a:path>
            </a:pathLst>
          </a:custGeom>
          <a:solidFill>
            <a:srgbClr val="4DC3EF"/>
          </a:solidFill>
        </p:spPr>
        <p:txBody>
          <a:bodyPr wrap="square" lIns="0" tIns="0" rIns="0" bIns="0" rtlCol="0"/>
          <a:lstStyle/>
          <a:p>
            <a:endParaRPr/>
          </a:p>
        </p:txBody>
      </p:sp>
      <p:sp>
        <p:nvSpPr>
          <p:cNvPr id="46" name="object 58">
            <a:extLst>
              <a:ext uri="{FF2B5EF4-FFF2-40B4-BE49-F238E27FC236}">
                <a16:creationId xmlns:a16="http://schemas.microsoft.com/office/drawing/2014/main" id="{5B20686F-497E-4788-9D2A-6B8C9B0945F8}"/>
              </a:ext>
            </a:extLst>
          </p:cNvPr>
          <p:cNvSpPr/>
          <p:nvPr/>
        </p:nvSpPr>
        <p:spPr>
          <a:xfrm>
            <a:off x="7950110" y="2616858"/>
            <a:ext cx="53340" cy="52705"/>
          </a:xfrm>
          <a:custGeom>
            <a:avLst/>
            <a:gdLst/>
            <a:ahLst/>
            <a:cxnLst/>
            <a:rect l="l" t="t" r="r" b="b"/>
            <a:pathLst>
              <a:path w="53339" h="52705">
                <a:moveTo>
                  <a:pt x="0" y="52320"/>
                </a:moveTo>
                <a:lnTo>
                  <a:pt x="53331" y="52320"/>
                </a:lnTo>
                <a:lnTo>
                  <a:pt x="53330" y="0"/>
                </a:lnTo>
                <a:lnTo>
                  <a:pt x="0" y="0"/>
                </a:lnTo>
                <a:lnTo>
                  <a:pt x="0" y="52320"/>
                </a:lnTo>
                <a:close/>
              </a:path>
            </a:pathLst>
          </a:custGeom>
          <a:solidFill>
            <a:srgbClr val="4DC3EF"/>
          </a:solidFill>
        </p:spPr>
        <p:txBody>
          <a:bodyPr wrap="square" lIns="0" tIns="0" rIns="0" bIns="0" rtlCol="0"/>
          <a:lstStyle/>
          <a:p>
            <a:endParaRPr/>
          </a:p>
        </p:txBody>
      </p:sp>
      <p:sp>
        <p:nvSpPr>
          <p:cNvPr id="47" name="object 59">
            <a:extLst>
              <a:ext uri="{FF2B5EF4-FFF2-40B4-BE49-F238E27FC236}">
                <a16:creationId xmlns:a16="http://schemas.microsoft.com/office/drawing/2014/main" id="{648C9046-45DB-415E-BA78-BA43C7877B4B}"/>
              </a:ext>
            </a:extLst>
          </p:cNvPr>
          <p:cNvSpPr/>
          <p:nvPr/>
        </p:nvSpPr>
        <p:spPr>
          <a:xfrm>
            <a:off x="7896327" y="2668735"/>
            <a:ext cx="53340" cy="52705"/>
          </a:xfrm>
          <a:custGeom>
            <a:avLst/>
            <a:gdLst/>
            <a:ahLst/>
            <a:cxnLst/>
            <a:rect l="l" t="t" r="r" b="b"/>
            <a:pathLst>
              <a:path w="53339" h="52705">
                <a:moveTo>
                  <a:pt x="0" y="52320"/>
                </a:moveTo>
                <a:lnTo>
                  <a:pt x="53331" y="52320"/>
                </a:lnTo>
                <a:lnTo>
                  <a:pt x="53330" y="0"/>
                </a:lnTo>
                <a:lnTo>
                  <a:pt x="0" y="0"/>
                </a:lnTo>
                <a:lnTo>
                  <a:pt x="0" y="52320"/>
                </a:lnTo>
                <a:close/>
              </a:path>
            </a:pathLst>
          </a:custGeom>
          <a:solidFill>
            <a:srgbClr val="4DC3EF"/>
          </a:solidFill>
        </p:spPr>
        <p:txBody>
          <a:bodyPr wrap="square" lIns="0" tIns="0" rIns="0" bIns="0" rtlCol="0"/>
          <a:lstStyle/>
          <a:p>
            <a:endParaRPr/>
          </a:p>
        </p:txBody>
      </p:sp>
      <p:sp>
        <p:nvSpPr>
          <p:cNvPr id="48" name="object 60">
            <a:extLst>
              <a:ext uri="{FF2B5EF4-FFF2-40B4-BE49-F238E27FC236}">
                <a16:creationId xmlns:a16="http://schemas.microsoft.com/office/drawing/2014/main" id="{9FE9220E-1FE0-4EB7-BD15-2621C06B7EAB}"/>
              </a:ext>
            </a:extLst>
          </p:cNvPr>
          <p:cNvSpPr/>
          <p:nvPr/>
        </p:nvSpPr>
        <p:spPr>
          <a:xfrm>
            <a:off x="7950110" y="2721056"/>
            <a:ext cx="53340" cy="52705"/>
          </a:xfrm>
          <a:custGeom>
            <a:avLst/>
            <a:gdLst/>
            <a:ahLst/>
            <a:cxnLst/>
            <a:rect l="l" t="t" r="r" b="b"/>
            <a:pathLst>
              <a:path w="53339" h="52705">
                <a:moveTo>
                  <a:pt x="0" y="52320"/>
                </a:moveTo>
                <a:lnTo>
                  <a:pt x="53331" y="52320"/>
                </a:lnTo>
                <a:lnTo>
                  <a:pt x="53330" y="0"/>
                </a:lnTo>
                <a:lnTo>
                  <a:pt x="0" y="0"/>
                </a:lnTo>
                <a:lnTo>
                  <a:pt x="0" y="52320"/>
                </a:lnTo>
                <a:close/>
              </a:path>
            </a:pathLst>
          </a:custGeom>
          <a:solidFill>
            <a:srgbClr val="FFC700"/>
          </a:solidFill>
        </p:spPr>
        <p:txBody>
          <a:bodyPr wrap="square" lIns="0" tIns="0" rIns="0" bIns="0" rtlCol="0"/>
          <a:lstStyle/>
          <a:p>
            <a:endParaRPr/>
          </a:p>
        </p:txBody>
      </p:sp>
      <p:sp>
        <p:nvSpPr>
          <p:cNvPr id="49" name="object 61">
            <a:extLst>
              <a:ext uri="{FF2B5EF4-FFF2-40B4-BE49-F238E27FC236}">
                <a16:creationId xmlns:a16="http://schemas.microsoft.com/office/drawing/2014/main" id="{A6A0998E-0996-44B9-A098-BE9A35E93156}"/>
              </a:ext>
            </a:extLst>
          </p:cNvPr>
          <p:cNvSpPr/>
          <p:nvPr/>
        </p:nvSpPr>
        <p:spPr>
          <a:xfrm>
            <a:off x="7896327" y="2564538"/>
            <a:ext cx="53340" cy="52705"/>
          </a:xfrm>
          <a:custGeom>
            <a:avLst/>
            <a:gdLst/>
            <a:ahLst/>
            <a:cxnLst/>
            <a:rect l="l" t="t" r="r" b="b"/>
            <a:pathLst>
              <a:path w="53339" h="52705">
                <a:moveTo>
                  <a:pt x="0" y="52320"/>
                </a:moveTo>
                <a:lnTo>
                  <a:pt x="53331" y="52320"/>
                </a:lnTo>
                <a:lnTo>
                  <a:pt x="53330" y="0"/>
                </a:lnTo>
                <a:lnTo>
                  <a:pt x="0" y="0"/>
                </a:lnTo>
                <a:lnTo>
                  <a:pt x="0" y="52320"/>
                </a:lnTo>
                <a:close/>
              </a:path>
            </a:pathLst>
          </a:custGeom>
          <a:solidFill>
            <a:srgbClr val="FFC700"/>
          </a:solidFill>
        </p:spPr>
        <p:txBody>
          <a:bodyPr wrap="square" lIns="0" tIns="0" rIns="0" bIns="0" rtlCol="0"/>
          <a:lstStyle/>
          <a:p>
            <a:endParaRPr/>
          </a:p>
        </p:txBody>
      </p:sp>
      <p:sp>
        <p:nvSpPr>
          <p:cNvPr id="50" name="object 62">
            <a:extLst>
              <a:ext uri="{FF2B5EF4-FFF2-40B4-BE49-F238E27FC236}">
                <a16:creationId xmlns:a16="http://schemas.microsoft.com/office/drawing/2014/main" id="{3C86AC15-E92C-4AEB-96F8-DFB190ACCC5B}"/>
              </a:ext>
            </a:extLst>
          </p:cNvPr>
          <p:cNvSpPr/>
          <p:nvPr/>
        </p:nvSpPr>
        <p:spPr>
          <a:xfrm>
            <a:off x="7789667" y="2616858"/>
            <a:ext cx="53340" cy="52705"/>
          </a:xfrm>
          <a:custGeom>
            <a:avLst/>
            <a:gdLst/>
            <a:ahLst/>
            <a:cxnLst/>
            <a:rect l="l" t="t" r="r" b="b"/>
            <a:pathLst>
              <a:path w="53339" h="52705">
                <a:moveTo>
                  <a:pt x="0" y="0"/>
                </a:moveTo>
                <a:lnTo>
                  <a:pt x="53329" y="0"/>
                </a:lnTo>
                <a:lnTo>
                  <a:pt x="53329" y="52320"/>
                </a:lnTo>
                <a:lnTo>
                  <a:pt x="0" y="52320"/>
                </a:lnTo>
                <a:lnTo>
                  <a:pt x="0" y="0"/>
                </a:lnTo>
                <a:close/>
              </a:path>
            </a:pathLst>
          </a:custGeom>
          <a:solidFill>
            <a:srgbClr val="FFC700"/>
          </a:solidFill>
        </p:spPr>
        <p:txBody>
          <a:bodyPr wrap="square" lIns="0" tIns="0" rIns="0" bIns="0" rtlCol="0"/>
          <a:lstStyle/>
          <a:p>
            <a:endParaRPr/>
          </a:p>
        </p:txBody>
      </p:sp>
      <p:sp>
        <p:nvSpPr>
          <p:cNvPr id="51" name="object 63">
            <a:extLst>
              <a:ext uri="{FF2B5EF4-FFF2-40B4-BE49-F238E27FC236}">
                <a16:creationId xmlns:a16="http://schemas.microsoft.com/office/drawing/2014/main" id="{9021FAAC-0281-40EF-9E79-3E1C1528EB69}"/>
              </a:ext>
            </a:extLst>
          </p:cNvPr>
          <p:cNvSpPr/>
          <p:nvPr/>
        </p:nvSpPr>
        <p:spPr>
          <a:xfrm>
            <a:off x="8057223" y="2616858"/>
            <a:ext cx="53340" cy="52705"/>
          </a:xfrm>
          <a:custGeom>
            <a:avLst/>
            <a:gdLst/>
            <a:ahLst/>
            <a:cxnLst/>
            <a:rect l="l" t="t" r="r" b="b"/>
            <a:pathLst>
              <a:path w="53340" h="52705">
                <a:moveTo>
                  <a:pt x="0" y="0"/>
                </a:moveTo>
                <a:lnTo>
                  <a:pt x="53330" y="0"/>
                </a:lnTo>
                <a:lnTo>
                  <a:pt x="53331" y="52320"/>
                </a:lnTo>
                <a:lnTo>
                  <a:pt x="0" y="52320"/>
                </a:lnTo>
                <a:lnTo>
                  <a:pt x="0" y="0"/>
                </a:lnTo>
                <a:close/>
              </a:path>
            </a:pathLst>
          </a:custGeom>
          <a:solidFill>
            <a:srgbClr val="4DC3EF"/>
          </a:solidFill>
        </p:spPr>
        <p:txBody>
          <a:bodyPr wrap="square" lIns="0" tIns="0" rIns="0" bIns="0" rtlCol="0"/>
          <a:lstStyle/>
          <a:p>
            <a:endParaRPr/>
          </a:p>
        </p:txBody>
      </p:sp>
      <p:sp>
        <p:nvSpPr>
          <p:cNvPr id="52" name="object 64">
            <a:extLst>
              <a:ext uri="{FF2B5EF4-FFF2-40B4-BE49-F238E27FC236}">
                <a16:creationId xmlns:a16="http://schemas.microsoft.com/office/drawing/2014/main" id="{DD35EC29-E49D-442B-83EE-59DBF30753E2}"/>
              </a:ext>
            </a:extLst>
          </p:cNvPr>
          <p:cNvSpPr/>
          <p:nvPr/>
        </p:nvSpPr>
        <p:spPr>
          <a:xfrm>
            <a:off x="8057223" y="2669179"/>
            <a:ext cx="53340" cy="52705"/>
          </a:xfrm>
          <a:custGeom>
            <a:avLst/>
            <a:gdLst/>
            <a:ahLst/>
            <a:cxnLst/>
            <a:rect l="l" t="t" r="r" b="b"/>
            <a:pathLst>
              <a:path w="53340" h="52705">
                <a:moveTo>
                  <a:pt x="0" y="0"/>
                </a:moveTo>
                <a:lnTo>
                  <a:pt x="53330" y="0"/>
                </a:lnTo>
                <a:lnTo>
                  <a:pt x="53331" y="52320"/>
                </a:lnTo>
                <a:lnTo>
                  <a:pt x="0" y="52320"/>
                </a:lnTo>
                <a:lnTo>
                  <a:pt x="0" y="0"/>
                </a:lnTo>
                <a:close/>
              </a:path>
            </a:pathLst>
          </a:custGeom>
          <a:solidFill>
            <a:srgbClr val="4A91CD"/>
          </a:solidFill>
        </p:spPr>
        <p:txBody>
          <a:bodyPr wrap="square" lIns="0" tIns="0" rIns="0" bIns="0" rtlCol="0"/>
          <a:lstStyle/>
          <a:p>
            <a:endParaRPr/>
          </a:p>
        </p:txBody>
      </p:sp>
      <p:sp>
        <p:nvSpPr>
          <p:cNvPr id="53" name="object 65">
            <a:extLst>
              <a:ext uri="{FF2B5EF4-FFF2-40B4-BE49-F238E27FC236}">
                <a16:creationId xmlns:a16="http://schemas.microsoft.com/office/drawing/2014/main" id="{1C8455F7-CC24-45AB-9445-C17BE22698EF}"/>
              </a:ext>
            </a:extLst>
          </p:cNvPr>
          <p:cNvSpPr/>
          <p:nvPr/>
        </p:nvSpPr>
        <p:spPr>
          <a:xfrm>
            <a:off x="8003441" y="2668735"/>
            <a:ext cx="53340" cy="52705"/>
          </a:xfrm>
          <a:custGeom>
            <a:avLst/>
            <a:gdLst/>
            <a:ahLst/>
            <a:cxnLst/>
            <a:rect l="l" t="t" r="r" b="b"/>
            <a:pathLst>
              <a:path w="53340" h="52705">
                <a:moveTo>
                  <a:pt x="0" y="52320"/>
                </a:moveTo>
                <a:lnTo>
                  <a:pt x="53331" y="52320"/>
                </a:lnTo>
                <a:lnTo>
                  <a:pt x="53330" y="0"/>
                </a:lnTo>
                <a:lnTo>
                  <a:pt x="0" y="0"/>
                </a:lnTo>
                <a:lnTo>
                  <a:pt x="0" y="52320"/>
                </a:lnTo>
                <a:close/>
              </a:path>
            </a:pathLst>
          </a:custGeom>
          <a:solidFill>
            <a:srgbClr val="3169B4"/>
          </a:solidFill>
        </p:spPr>
        <p:txBody>
          <a:bodyPr wrap="square" lIns="0" tIns="0" rIns="0" bIns="0" rtlCol="0"/>
          <a:lstStyle/>
          <a:p>
            <a:endParaRPr/>
          </a:p>
        </p:txBody>
      </p:sp>
      <p:sp>
        <p:nvSpPr>
          <p:cNvPr id="54" name="object 66">
            <a:extLst>
              <a:ext uri="{FF2B5EF4-FFF2-40B4-BE49-F238E27FC236}">
                <a16:creationId xmlns:a16="http://schemas.microsoft.com/office/drawing/2014/main" id="{EDF524AD-43A0-48B6-91BD-4C6FE8669144}"/>
              </a:ext>
            </a:extLst>
          </p:cNvPr>
          <p:cNvSpPr/>
          <p:nvPr/>
        </p:nvSpPr>
        <p:spPr>
          <a:xfrm>
            <a:off x="8003441" y="2616858"/>
            <a:ext cx="53340" cy="52705"/>
          </a:xfrm>
          <a:custGeom>
            <a:avLst/>
            <a:gdLst/>
            <a:ahLst/>
            <a:cxnLst/>
            <a:rect l="l" t="t" r="r" b="b"/>
            <a:pathLst>
              <a:path w="53340" h="52705">
                <a:moveTo>
                  <a:pt x="0" y="52320"/>
                </a:moveTo>
                <a:lnTo>
                  <a:pt x="53331" y="52320"/>
                </a:lnTo>
                <a:lnTo>
                  <a:pt x="53330" y="0"/>
                </a:lnTo>
                <a:lnTo>
                  <a:pt x="0" y="0"/>
                </a:lnTo>
                <a:lnTo>
                  <a:pt x="0" y="52320"/>
                </a:lnTo>
                <a:close/>
              </a:path>
            </a:pathLst>
          </a:custGeom>
          <a:solidFill>
            <a:srgbClr val="4A91CD"/>
          </a:solidFill>
        </p:spPr>
        <p:txBody>
          <a:bodyPr wrap="square" lIns="0" tIns="0" rIns="0" bIns="0" rtlCol="0"/>
          <a:lstStyle/>
          <a:p>
            <a:endParaRPr/>
          </a:p>
        </p:txBody>
      </p:sp>
      <p:sp>
        <p:nvSpPr>
          <p:cNvPr id="55" name="object 67">
            <a:extLst>
              <a:ext uri="{FF2B5EF4-FFF2-40B4-BE49-F238E27FC236}">
                <a16:creationId xmlns:a16="http://schemas.microsoft.com/office/drawing/2014/main" id="{44AE036E-249B-4C08-B828-B5FE87768607}"/>
              </a:ext>
            </a:extLst>
          </p:cNvPr>
          <p:cNvSpPr/>
          <p:nvPr/>
        </p:nvSpPr>
        <p:spPr>
          <a:xfrm>
            <a:off x="1943988" y="4441443"/>
            <a:ext cx="1665732" cy="1872995"/>
          </a:xfrm>
          <a:prstGeom prst="rect">
            <a:avLst/>
          </a:prstGeom>
          <a:blipFill>
            <a:blip r:embed="rId16" cstate="print"/>
            <a:stretch>
              <a:fillRect/>
            </a:stretch>
          </a:blipFill>
        </p:spPr>
        <p:txBody>
          <a:bodyPr wrap="square" lIns="0" tIns="0" rIns="0" bIns="0" rtlCol="0"/>
          <a:lstStyle/>
          <a:p>
            <a:endParaRPr/>
          </a:p>
        </p:txBody>
      </p:sp>
      <p:sp>
        <p:nvSpPr>
          <p:cNvPr id="56" name="object 68">
            <a:extLst>
              <a:ext uri="{FF2B5EF4-FFF2-40B4-BE49-F238E27FC236}">
                <a16:creationId xmlns:a16="http://schemas.microsoft.com/office/drawing/2014/main" id="{4BBC61BA-C234-4B6D-AEAA-A0DFE7C4CABF}"/>
              </a:ext>
            </a:extLst>
          </p:cNvPr>
          <p:cNvSpPr/>
          <p:nvPr/>
        </p:nvSpPr>
        <p:spPr>
          <a:xfrm>
            <a:off x="1976476" y="4473586"/>
            <a:ext cx="1551305" cy="1758314"/>
          </a:xfrm>
          <a:custGeom>
            <a:avLst/>
            <a:gdLst/>
            <a:ahLst/>
            <a:cxnLst/>
            <a:rect l="l" t="t" r="r" b="b"/>
            <a:pathLst>
              <a:path w="1551305" h="1758314">
                <a:moveTo>
                  <a:pt x="1390421" y="0"/>
                </a:moveTo>
                <a:lnTo>
                  <a:pt x="160540" y="0"/>
                </a:lnTo>
                <a:lnTo>
                  <a:pt x="109799" y="8184"/>
                </a:lnTo>
                <a:lnTo>
                  <a:pt x="65729" y="30975"/>
                </a:lnTo>
                <a:lnTo>
                  <a:pt x="30976" y="65727"/>
                </a:lnTo>
                <a:lnTo>
                  <a:pt x="8184" y="109793"/>
                </a:lnTo>
                <a:lnTo>
                  <a:pt x="0" y="160528"/>
                </a:lnTo>
                <a:lnTo>
                  <a:pt x="0" y="1597571"/>
                </a:lnTo>
                <a:lnTo>
                  <a:pt x="8184" y="1648312"/>
                </a:lnTo>
                <a:lnTo>
                  <a:pt x="30976" y="1692381"/>
                </a:lnTo>
                <a:lnTo>
                  <a:pt x="65729" y="1727135"/>
                </a:lnTo>
                <a:lnTo>
                  <a:pt x="109799" y="1749926"/>
                </a:lnTo>
                <a:lnTo>
                  <a:pt x="160540" y="1758111"/>
                </a:lnTo>
                <a:lnTo>
                  <a:pt x="1390421" y="1758111"/>
                </a:lnTo>
                <a:lnTo>
                  <a:pt x="1441156" y="1749926"/>
                </a:lnTo>
                <a:lnTo>
                  <a:pt x="1485222" y="1727135"/>
                </a:lnTo>
                <a:lnTo>
                  <a:pt x="1519973" y="1692381"/>
                </a:lnTo>
                <a:lnTo>
                  <a:pt x="1542764" y="1648312"/>
                </a:lnTo>
                <a:lnTo>
                  <a:pt x="1550949" y="1597571"/>
                </a:lnTo>
                <a:lnTo>
                  <a:pt x="1550949" y="160528"/>
                </a:lnTo>
                <a:lnTo>
                  <a:pt x="1542764" y="109793"/>
                </a:lnTo>
                <a:lnTo>
                  <a:pt x="1519973" y="65727"/>
                </a:lnTo>
                <a:lnTo>
                  <a:pt x="1485222" y="30975"/>
                </a:lnTo>
                <a:lnTo>
                  <a:pt x="1441156" y="8184"/>
                </a:lnTo>
                <a:lnTo>
                  <a:pt x="1390421" y="0"/>
                </a:lnTo>
                <a:close/>
              </a:path>
            </a:pathLst>
          </a:custGeom>
          <a:solidFill>
            <a:srgbClr val="FFFFFF"/>
          </a:solidFill>
        </p:spPr>
        <p:txBody>
          <a:bodyPr wrap="square" lIns="0" tIns="0" rIns="0" bIns="0" rtlCol="0"/>
          <a:lstStyle/>
          <a:p>
            <a:endParaRPr/>
          </a:p>
        </p:txBody>
      </p:sp>
      <p:sp>
        <p:nvSpPr>
          <p:cNvPr id="57" name="object 69">
            <a:extLst>
              <a:ext uri="{FF2B5EF4-FFF2-40B4-BE49-F238E27FC236}">
                <a16:creationId xmlns:a16="http://schemas.microsoft.com/office/drawing/2014/main" id="{EE362102-066B-4A67-A18F-F9AB9E41196E}"/>
              </a:ext>
            </a:extLst>
          </p:cNvPr>
          <p:cNvSpPr/>
          <p:nvPr/>
        </p:nvSpPr>
        <p:spPr>
          <a:xfrm>
            <a:off x="1976476" y="4473586"/>
            <a:ext cx="1551305" cy="1758314"/>
          </a:xfrm>
          <a:custGeom>
            <a:avLst/>
            <a:gdLst/>
            <a:ahLst/>
            <a:cxnLst/>
            <a:rect l="l" t="t" r="r" b="b"/>
            <a:pathLst>
              <a:path w="1551305" h="1758314">
                <a:moveTo>
                  <a:pt x="1390421" y="0"/>
                </a:moveTo>
                <a:lnTo>
                  <a:pt x="1441156" y="8184"/>
                </a:lnTo>
                <a:lnTo>
                  <a:pt x="1485222" y="30975"/>
                </a:lnTo>
                <a:lnTo>
                  <a:pt x="1519973" y="65727"/>
                </a:lnTo>
                <a:lnTo>
                  <a:pt x="1542764" y="109793"/>
                </a:lnTo>
                <a:lnTo>
                  <a:pt x="1550949" y="160528"/>
                </a:lnTo>
                <a:lnTo>
                  <a:pt x="1550949" y="1597571"/>
                </a:lnTo>
                <a:lnTo>
                  <a:pt x="1542764" y="1648312"/>
                </a:lnTo>
                <a:lnTo>
                  <a:pt x="1519973" y="1692381"/>
                </a:lnTo>
                <a:lnTo>
                  <a:pt x="1485222" y="1727135"/>
                </a:lnTo>
                <a:lnTo>
                  <a:pt x="1441156" y="1749926"/>
                </a:lnTo>
                <a:lnTo>
                  <a:pt x="1390421" y="1758111"/>
                </a:lnTo>
                <a:lnTo>
                  <a:pt x="160540" y="1758111"/>
                </a:lnTo>
                <a:lnTo>
                  <a:pt x="109799" y="1749926"/>
                </a:lnTo>
                <a:lnTo>
                  <a:pt x="65729" y="1727135"/>
                </a:lnTo>
                <a:lnTo>
                  <a:pt x="30976" y="1692381"/>
                </a:lnTo>
                <a:lnTo>
                  <a:pt x="8184" y="1648312"/>
                </a:lnTo>
                <a:lnTo>
                  <a:pt x="0" y="1597571"/>
                </a:lnTo>
                <a:lnTo>
                  <a:pt x="0" y="160528"/>
                </a:lnTo>
                <a:lnTo>
                  <a:pt x="8184" y="109793"/>
                </a:lnTo>
                <a:lnTo>
                  <a:pt x="30976" y="65727"/>
                </a:lnTo>
                <a:lnTo>
                  <a:pt x="65729" y="30975"/>
                </a:lnTo>
                <a:lnTo>
                  <a:pt x="109799" y="8184"/>
                </a:lnTo>
                <a:lnTo>
                  <a:pt x="160540" y="0"/>
                </a:lnTo>
                <a:lnTo>
                  <a:pt x="1390421" y="0"/>
                </a:lnTo>
                <a:close/>
              </a:path>
            </a:pathLst>
          </a:custGeom>
          <a:ln w="12700">
            <a:solidFill>
              <a:srgbClr val="204685"/>
            </a:solidFill>
          </a:ln>
        </p:spPr>
        <p:txBody>
          <a:bodyPr wrap="square" lIns="0" tIns="0" rIns="0" bIns="0" rtlCol="0"/>
          <a:lstStyle/>
          <a:p>
            <a:endParaRPr/>
          </a:p>
        </p:txBody>
      </p:sp>
      <p:sp>
        <p:nvSpPr>
          <p:cNvPr id="58" name="object 70">
            <a:extLst>
              <a:ext uri="{FF2B5EF4-FFF2-40B4-BE49-F238E27FC236}">
                <a16:creationId xmlns:a16="http://schemas.microsoft.com/office/drawing/2014/main" id="{234947F4-BD03-41F4-A8A6-FAC158AD1DE0}"/>
              </a:ext>
            </a:extLst>
          </p:cNvPr>
          <p:cNvSpPr/>
          <p:nvPr/>
        </p:nvSpPr>
        <p:spPr>
          <a:xfrm>
            <a:off x="1976476" y="4430280"/>
            <a:ext cx="1551305" cy="305435"/>
          </a:xfrm>
          <a:custGeom>
            <a:avLst/>
            <a:gdLst/>
            <a:ahLst/>
            <a:cxnLst/>
            <a:rect l="l" t="t" r="r" b="b"/>
            <a:pathLst>
              <a:path w="1551305" h="305435">
                <a:moveTo>
                  <a:pt x="1398549" y="0"/>
                </a:moveTo>
                <a:lnTo>
                  <a:pt x="152412" y="0"/>
                </a:lnTo>
                <a:lnTo>
                  <a:pt x="104238" y="7778"/>
                </a:lnTo>
                <a:lnTo>
                  <a:pt x="62399" y="29431"/>
                </a:lnTo>
                <a:lnTo>
                  <a:pt x="29406" y="62435"/>
                </a:lnTo>
                <a:lnTo>
                  <a:pt x="7770" y="104265"/>
                </a:lnTo>
                <a:lnTo>
                  <a:pt x="0" y="152399"/>
                </a:lnTo>
                <a:lnTo>
                  <a:pt x="7770" y="200595"/>
                </a:lnTo>
                <a:lnTo>
                  <a:pt x="29406" y="242464"/>
                </a:lnTo>
                <a:lnTo>
                  <a:pt x="62399" y="275487"/>
                </a:lnTo>
                <a:lnTo>
                  <a:pt x="104238" y="297147"/>
                </a:lnTo>
                <a:lnTo>
                  <a:pt x="152412" y="304926"/>
                </a:lnTo>
                <a:lnTo>
                  <a:pt x="1398549" y="304926"/>
                </a:lnTo>
                <a:lnTo>
                  <a:pt x="1446732" y="297147"/>
                </a:lnTo>
                <a:lnTo>
                  <a:pt x="1488569" y="275487"/>
                </a:lnTo>
                <a:lnTo>
                  <a:pt x="1521554" y="242464"/>
                </a:lnTo>
                <a:lnTo>
                  <a:pt x="1543183" y="200595"/>
                </a:lnTo>
                <a:lnTo>
                  <a:pt x="1550949" y="152399"/>
                </a:lnTo>
                <a:lnTo>
                  <a:pt x="1543183" y="104265"/>
                </a:lnTo>
                <a:lnTo>
                  <a:pt x="1521554" y="62435"/>
                </a:lnTo>
                <a:lnTo>
                  <a:pt x="1488569" y="29431"/>
                </a:lnTo>
                <a:lnTo>
                  <a:pt x="1446732" y="7778"/>
                </a:lnTo>
                <a:lnTo>
                  <a:pt x="1398549" y="0"/>
                </a:lnTo>
                <a:close/>
              </a:path>
            </a:pathLst>
          </a:custGeom>
          <a:solidFill>
            <a:srgbClr val="2E6E94"/>
          </a:solidFill>
        </p:spPr>
        <p:txBody>
          <a:bodyPr wrap="square" lIns="0" tIns="0" rIns="0" bIns="0" rtlCol="0"/>
          <a:lstStyle/>
          <a:p>
            <a:endParaRPr/>
          </a:p>
        </p:txBody>
      </p:sp>
      <p:sp>
        <p:nvSpPr>
          <p:cNvPr id="59" name="object 71">
            <a:extLst>
              <a:ext uri="{FF2B5EF4-FFF2-40B4-BE49-F238E27FC236}">
                <a16:creationId xmlns:a16="http://schemas.microsoft.com/office/drawing/2014/main" id="{AA6E996E-54C0-4326-BA81-9B29E9EDA864}"/>
              </a:ext>
            </a:extLst>
          </p:cNvPr>
          <p:cNvSpPr/>
          <p:nvPr/>
        </p:nvSpPr>
        <p:spPr>
          <a:xfrm>
            <a:off x="1976476" y="4430280"/>
            <a:ext cx="1551305" cy="305435"/>
          </a:xfrm>
          <a:custGeom>
            <a:avLst/>
            <a:gdLst/>
            <a:ahLst/>
            <a:cxnLst/>
            <a:rect l="l" t="t" r="r" b="b"/>
            <a:pathLst>
              <a:path w="1551305" h="305435">
                <a:moveTo>
                  <a:pt x="1398549" y="0"/>
                </a:moveTo>
                <a:lnTo>
                  <a:pt x="1446732" y="7778"/>
                </a:lnTo>
                <a:lnTo>
                  <a:pt x="1488569" y="29431"/>
                </a:lnTo>
                <a:lnTo>
                  <a:pt x="1521554" y="62435"/>
                </a:lnTo>
                <a:lnTo>
                  <a:pt x="1543183" y="104265"/>
                </a:lnTo>
                <a:lnTo>
                  <a:pt x="1550949" y="152399"/>
                </a:lnTo>
                <a:lnTo>
                  <a:pt x="1543183" y="200595"/>
                </a:lnTo>
                <a:lnTo>
                  <a:pt x="1521554" y="242464"/>
                </a:lnTo>
                <a:lnTo>
                  <a:pt x="1488569" y="275487"/>
                </a:lnTo>
                <a:lnTo>
                  <a:pt x="1446732" y="297147"/>
                </a:lnTo>
                <a:lnTo>
                  <a:pt x="1398549" y="304926"/>
                </a:lnTo>
                <a:lnTo>
                  <a:pt x="152412" y="304926"/>
                </a:lnTo>
                <a:lnTo>
                  <a:pt x="104238" y="297147"/>
                </a:lnTo>
                <a:lnTo>
                  <a:pt x="62399" y="275487"/>
                </a:lnTo>
                <a:lnTo>
                  <a:pt x="29406" y="242464"/>
                </a:lnTo>
                <a:lnTo>
                  <a:pt x="7770" y="200595"/>
                </a:lnTo>
                <a:lnTo>
                  <a:pt x="0" y="152399"/>
                </a:lnTo>
                <a:lnTo>
                  <a:pt x="7770" y="104265"/>
                </a:lnTo>
                <a:lnTo>
                  <a:pt x="29406" y="62435"/>
                </a:lnTo>
                <a:lnTo>
                  <a:pt x="62399" y="29431"/>
                </a:lnTo>
                <a:lnTo>
                  <a:pt x="104238" y="7778"/>
                </a:lnTo>
                <a:lnTo>
                  <a:pt x="152412" y="0"/>
                </a:lnTo>
                <a:lnTo>
                  <a:pt x="1398549" y="0"/>
                </a:lnTo>
                <a:close/>
              </a:path>
            </a:pathLst>
          </a:custGeom>
          <a:ln w="12700">
            <a:solidFill>
              <a:srgbClr val="172C51"/>
            </a:solidFill>
          </a:ln>
        </p:spPr>
        <p:txBody>
          <a:bodyPr wrap="square" lIns="0" tIns="0" rIns="0" bIns="0" rtlCol="0"/>
          <a:lstStyle/>
          <a:p>
            <a:endParaRPr/>
          </a:p>
        </p:txBody>
      </p:sp>
      <p:sp>
        <p:nvSpPr>
          <p:cNvPr id="60" name="object 72">
            <a:extLst>
              <a:ext uri="{FF2B5EF4-FFF2-40B4-BE49-F238E27FC236}">
                <a16:creationId xmlns:a16="http://schemas.microsoft.com/office/drawing/2014/main" id="{7A94933C-6E12-47CE-9992-FE4DBB6A4522}"/>
              </a:ext>
            </a:extLst>
          </p:cNvPr>
          <p:cNvSpPr/>
          <p:nvPr/>
        </p:nvSpPr>
        <p:spPr>
          <a:xfrm>
            <a:off x="2294509" y="4455171"/>
            <a:ext cx="904494" cy="304038"/>
          </a:xfrm>
          <a:prstGeom prst="rect">
            <a:avLst/>
          </a:prstGeom>
          <a:blipFill>
            <a:blip r:embed="rId17" cstate="print"/>
            <a:stretch>
              <a:fillRect/>
            </a:stretch>
          </a:blipFill>
        </p:spPr>
        <p:txBody>
          <a:bodyPr wrap="square" lIns="0" tIns="0" rIns="0" bIns="0" rtlCol="0"/>
          <a:lstStyle/>
          <a:p>
            <a:endParaRPr/>
          </a:p>
        </p:txBody>
      </p:sp>
      <p:sp>
        <p:nvSpPr>
          <p:cNvPr id="61" name="object 73">
            <a:extLst>
              <a:ext uri="{FF2B5EF4-FFF2-40B4-BE49-F238E27FC236}">
                <a16:creationId xmlns:a16="http://schemas.microsoft.com/office/drawing/2014/main" id="{397D1343-5054-44E4-96AB-84A555FCBAB5}"/>
              </a:ext>
            </a:extLst>
          </p:cNvPr>
          <p:cNvSpPr txBox="1"/>
          <p:nvPr/>
        </p:nvSpPr>
        <p:spPr>
          <a:xfrm>
            <a:off x="2105329" y="4486666"/>
            <a:ext cx="1301750" cy="1694180"/>
          </a:xfrm>
          <a:prstGeom prst="rect">
            <a:avLst/>
          </a:prstGeom>
        </p:spPr>
        <p:txBody>
          <a:bodyPr vert="horz" wrap="square" lIns="0" tIns="13335" rIns="0" bIns="0" rtlCol="0">
            <a:spAutoFit/>
          </a:bodyPr>
          <a:lstStyle/>
          <a:p>
            <a:pPr marL="274955">
              <a:spcBef>
                <a:spcPts val="105"/>
              </a:spcBef>
            </a:pPr>
            <a:r>
              <a:rPr sz="1050" b="1" spc="-5" dirty="0">
                <a:solidFill>
                  <a:srgbClr val="FFFFFF"/>
                </a:solidFill>
                <a:latin typeface="맑은 고딕"/>
                <a:cs typeface="맑은 고딕"/>
              </a:rPr>
              <a:t>Kubernetes</a:t>
            </a:r>
            <a:endParaRPr sz="1050">
              <a:latin typeface="맑은 고딕"/>
              <a:cs typeface="맑은 고딕"/>
            </a:endParaRPr>
          </a:p>
          <a:p>
            <a:pPr marL="12700" marR="96520">
              <a:lnSpc>
                <a:spcPct val="130000"/>
              </a:lnSpc>
              <a:spcBef>
                <a:spcPts val="950"/>
              </a:spcBef>
            </a:pPr>
            <a:r>
              <a:rPr sz="1000" spc="-5" dirty="0">
                <a:latin typeface="맑은 고딕"/>
                <a:cs typeface="맑은 고딕"/>
              </a:rPr>
              <a:t>컨테이너</a:t>
            </a:r>
            <a:r>
              <a:rPr sz="1000" spc="-80" dirty="0">
                <a:latin typeface="맑은 고딕"/>
                <a:cs typeface="맑은 고딕"/>
              </a:rPr>
              <a:t> </a:t>
            </a:r>
            <a:r>
              <a:rPr sz="1000" spc="-5" dirty="0">
                <a:latin typeface="맑은 고딕"/>
                <a:cs typeface="맑은 고딕"/>
              </a:rPr>
              <a:t>오케스트레  이터</a:t>
            </a:r>
            <a:r>
              <a:rPr sz="1000" dirty="0">
                <a:latin typeface="맑은 고딕"/>
                <a:cs typeface="맑은 고딕"/>
              </a:rPr>
              <a:t> </a:t>
            </a:r>
            <a:r>
              <a:rPr sz="1000" spc="-5" dirty="0">
                <a:latin typeface="맑은 고딕"/>
                <a:cs typeface="맑은 고딕"/>
              </a:rPr>
              <a:t>:</a:t>
            </a:r>
            <a:endParaRPr sz="1000">
              <a:latin typeface="맑은 고딕"/>
              <a:cs typeface="맑은 고딕"/>
            </a:endParaRPr>
          </a:p>
          <a:p>
            <a:pPr marL="12700">
              <a:spcBef>
                <a:spcPts val="359"/>
              </a:spcBef>
            </a:pPr>
            <a:r>
              <a:rPr sz="1000" spc="-5" dirty="0">
                <a:latin typeface="맑은 고딕"/>
                <a:cs typeface="맑은 고딕"/>
              </a:rPr>
              <a:t>멀티 노드에</a:t>
            </a:r>
            <a:r>
              <a:rPr sz="1000" spc="-40" dirty="0">
                <a:latin typeface="맑은 고딕"/>
                <a:cs typeface="맑은 고딕"/>
              </a:rPr>
              <a:t> </a:t>
            </a:r>
            <a:r>
              <a:rPr sz="1000" spc="-5" dirty="0">
                <a:latin typeface="맑은 고딕"/>
                <a:cs typeface="맑은 고딕"/>
              </a:rPr>
              <a:t>컨테이너</a:t>
            </a:r>
            <a:endParaRPr sz="1000">
              <a:latin typeface="맑은 고딕"/>
              <a:cs typeface="맑은 고딕"/>
            </a:endParaRPr>
          </a:p>
          <a:p>
            <a:pPr marL="12700" marR="5080">
              <a:lnSpc>
                <a:spcPct val="130000"/>
              </a:lnSpc>
            </a:pPr>
            <a:r>
              <a:rPr sz="1000" spc="-5" dirty="0">
                <a:latin typeface="맑은 고딕"/>
                <a:cs typeface="맑은 고딕"/>
              </a:rPr>
              <a:t>클러스터를 구축하고  컨테이너들을 배포하  고 관리하는 기능을</a:t>
            </a:r>
            <a:r>
              <a:rPr sz="1000" spc="-65" dirty="0">
                <a:latin typeface="맑은 고딕"/>
                <a:cs typeface="맑은 고딕"/>
              </a:rPr>
              <a:t> </a:t>
            </a:r>
            <a:r>
              <a:rPr sz="1000" spc="-5" dirty="0">
                <a:latin typeface="맑은 고딕"/>
                <a:cs typeface="맑은 고딕"/>
              </a:rPr>
              <a:t>제  공</a:t>
            </a:r>
            <a:endParaRPr sz="1000">
              <a:latin typeface="맑은 고딕"/>
              <a:cs typeface="맑은 고딕"/>
            </a:endParaRPr>
          </a:p>
        </p:txBody>
      </p:sp>
      <p:sp>
        <p:nvSpPr>
          <p:cNvPr id="62" name="object 74">
            <a:extLst>
              <a:ext uri="{FF2B5EF4-FFF2-40B4-BE49-F238E27FC236}">
                <a16:creationId xmlns:a16="http://schemas.microsoft.com/office/drawing/2014/main" id="{BF952CE8-ACC0-46A1-AAB8-C57818052AC3}"/>
              </a:ext>
            </a:extLst>
          </p:cNvPr>
          <p:cNvSpPr/>
          <p:nvPr/>
        </p:nvSpPr>
        <p:spPr>
          <a:xfrm>
            <a:off x="3623437" y="4441443"/>
            <a:ext cx="1665732" cy="1872995"/>
          </a:xfrm>
          <a:prstGeom prst="rect">
            <a:avLst/>
          </a:prstGeom>
          <a:blipFill>
            <a:blip r:embed="rId18" cstate="print"/>
            <a:stretch>
              <a:fillRect/>
            </a:stretch>
          </a:blipFill>
        </p:spPr>
        <p:txBody>
          <a:bodyPr wrap="square" lIns="0" tIns="0" rIns="0" bIns="0" rtlCol="0"/>
          <a:lstStyle/>
          <a:p>
            <a:endParaRPr/>
          </a:p>
        </p:txBody>
      </p:sp>
      <p:sp>
        <p:nvSpPr>
          <p:cNvPr id="63" name="object 75">
            <a:extLst>
              <a:ext uri="{FF2B5EF4-FFF2-40B4-BE49-F238E27FC236}">
                <a16:creationId xmlns:a16="http://schemas.microsoft.com/office/drawing/2014/main" id="{9F4C11C6-F7F3-43F7-BEB5-B00B16EFDAF0}"/>
              </a:ext>
            </a:extLst>
          </p:cNvPr>
          <p:cNvSpPr/>
          <p:nvPr/>
        </p:nvSpPr>
        <p:spPr>
          <a:xfrm>
            <a:off x="3656711" y="4473586"/>
            <a:ext cx="1551305" cy="1758314"/>
          </a:xfrm>
          <a:custGeom>
            <a:avLst/>
            <a:gdLst/>
            <a:ahLst/>
            <a:cxnLst/>
            <a:rect l="l" t="t" r="r" b="b"/>
            <a:pathLst>
              <a:path w="1551304" h="1758314">
                <a:moveTo>
                  <a:pt x="1390396" y="0"/>
                </a:moveTo>
                <a:lnTo>
                  <a:pt x="160528" y="0"/>
                </a:lnTo>
                <a:lnTo>
                  <a:pt x="109793" y="8184"/>
                </a:lnTo>
                <a:lnTo>
                  <a:pt x="65727" y="30975"/>
                </a:lnTo>
                <a:lnTo>
                  <a:pt x="30975" y="65727"/>
                </a:lnTo>
                <a:lnTo>
                  <a:pt x="8184" y="109793"/>
                </a:lnTo>
                <a:lnTo>
                  <a:pt x="0" y="160528"/>
                </a:lnTo>
                <a:lnTo>
                  <a:pt x="0" y="1597571"/>
                </a:lnTo>
                <a:lnTo>
                  <a:pt x="8184" y="1648312"/>
                </a:lnTo>
                <a:lnTo>
                  <a:pt x="30975" y="1692381"/>
                </a:lnTo>
                <a:lnTo>
                  <a:pt x="65727" y="1727135"/>
                </a:lnTo>
                <a:lnTo>
                  <a:pt x="109793" y="1749926"/>
                </a:lnTo>
                <a:lnTo>
                  <a:pt x="160528" y="1758111"/>
                </a:lnTo>
                <a:lnTo>
                  <a:pt x="1390396" y="1758111"/>
                </a:lnTo>
                <a:lnTo>
                  <a:pt x="1441130" y="1749926"/>
                </a:lnTo>
                <a:lnTo>
                  <a:pt x="1485196" y="1727135"/>
                </a:lnTo>
                <a:lnTo>
                  <a:pt x="1519948" y="1692381"/>
                </a:lnTo>
                <a:lnTo>
                  <a:pt x="1542739" y="1648312"/>
                </a:lnTo>
                <a:lnTo>
                  <a:pt x="1550924" y="1597571"/>
                </a:lnTo>
                <a:lnTo>
                  <a:pt x="1550924" y="160528"/>
                </a:lnTo>
                <a:lnTo>
                  <a:pt x="1542739" y="109793"/>
                </a:lnTo>
                <a:lnTo>
                  <a:pt x="1519948" y="65727"/>
                </a:lnTo>
                <a:lnTo>
                  <a:pt x="1485196" y="30975"/>
                </a:lnTo>
                <a:lnTo>
                  <a:pt x="1441130" y="8184"/>
                </a:lnTo>
                <a:lnTo>
                  <a:pt x="1390396" y="0"/>
                </a:lnTo>
                <a:close/>
              </a:path>
            </a:pathLst>
          </a:custGeom>
          <a:solidFill>
            <a:srgbClr val="FFFFFF"/>
          </a:solidFill>
        </p:spPr>
        <p:txBody>
          <a:bodyPr wrap="square" lIns="0" tIns="0" rIns="0" bIns="0" rtlCol="0"/>
          <a:lstStyle/>
          <a:p>
            <a:endParaRPr/>
          </a:p>
        </p:txBody>
      </p:sp>
      <p:sp>
        <p:nvSpPr>
          <p:cNvPr id="64" name="object 76">
            <a:extLst>
              <a:ext uri="{FF2B5EF4-FFF2-40B4-BE49-F238E27FC236}">
                <a16:creationId xmlns:a16="http://schemas.microsoft.com/office/drawing/2014/main" id="{7A182AF0-8FE8-496E-BB4D-215A2275AA7B}"/>
              </a:ext>
            </a:extLst>
          </p:cNvPr>
          <p:cNvSpPr/>
          <p:nvPr/>
        </p:nvSpPr>
        <p:spPr>
          <a:xfrm>
            <a:off x="3656711" y="4473586"/>
            <a:ext cx="1551305" cy="1758314"/>
          </a:xfrm>
          <a:custGeom>
            <a:avLst/>
            <a:gdLst/>
            <a:ahLst/>
            <a:cxnLst/>
            <a:rect l="l" t="t" r="r" b="b"/>
            <a:pathLst>
              <a:path w="1551304" h="1758314">
                <a:moveTo>
                  <a:pt x="1390396" y="0"/>
                </a:moveTo>
                <a:lnTo>
                  <a:pt x="1441130" y="8184"/>
                </a:lnTo>
                <a:lnTo>
                  <a:pt x="1485196" y="30975"/>
                </a:lnTo>
                <a:lnTo>
                  <a:pt x="1519948" y="65727"/>
                </a:lnTo>
                <a:lnTo>
                  <a:pt x="1542739" y="109793"/>
                </a:lnTo>
                <a:lnTo>
                  <a:pt x="1550924" y="160528"/>
                </a:lnTo>
                <a:lnTo>
                  <a:pt x="1550924" y="1597571"/>
                </a:lnTo>
                <a:lnTo>
                  <a:pt x="1542739" y="1648312"/>
                </a:lnTo>
                <a:lnTo>
                  <a:pt x="1519948" y="1692381"/>
                </a:lnTo>
                <a:lnTo>
                  <a:pt x="1485196" y="1727135"/>
                </a:lnTo>
                <a:lnTo>
                  <a:pt x="1441130" y="1749926"/>
                </a:lnTo>
                <a:lnTo>
                  <a:pt x="1390396" y="1758111"/>
                </a:lnTo>
                <a:lnTo>
                  <a:pt x="160528" y="1758111"/>
                </a:lnTo>
                <a:lnTo>
                  <a:pt x="109793" y="1749926"/>
                </a:lnTo>
                <a:lnTo>
                  <a:pt x="65727" y="1727135"/>
                </a:lnTo>
                <a:lnTo>
                  <a:pt x="30975" y="1692381"/>
                </a:lnTo>
                <a:lnTo>
                  <a:pt x="8184" y="1648312"/>
                </a:lnTo>
                <a:lnTo>
                  <a:pt x="0" y="1597571"/>
                </a:lnTo>
                <a:lnTo>
                  <a:pt x="0" y="160528"/>
                </a:lnTo>
                <a:lnTo>
                  <a:pt x="8184" y="109793"/>
                </a:lnTo>
                <a:lnTo>
                  <a:pt x="30975" y="65727"/>
                </a:lnTo>
                <a:lnTo>
                  <a:pt x="65727" y="30975"/>
                </a:lnTo>
                <a:lnTo>
                  <a:pt x="109793" y="8184"/>
                </a:lnTo>
                <a:lnTo>
                  <a:pt x="160528" y="0"/>
                </a:lnTo>
                <a:lnTo>
                  <a:pt x="1390396" y="0"/>
                </a:lnTo>
                <a:close/>
              </a:path>
            </a:pathLst>
          </a:custGeom>
          <a:ln w="12700">
            <a:solidFill>
              <a:srgbClr val="204685"/>
            </a:solidFill>
          </a:ln>
        </p:spPr>
        <p:txBody>
          <a:bodyPr wrap="square" lIns="0" tIns="0" rIns="0" bIns="0" rtlCol="0"/>
          <a:lstStyle/>
          <a:p>
            <a:endParaRPr/>
          </a:p>
        </p:txBody>
      </p:sp>
      <p:sp>
        <p:nvSpPr>
          <p:cNvPr id="65" name="object 77">
            <a:extLst>
              <a:ext uri="{FF2B5EF4-FFF2-40B4-BE49-F238E27FC236}">
                <a16:creationId xmlns:a16="http://schemas.microsoft.com/office/drawing/2014/main" id="{E4C29DB0-DE7A-40BE-8F48-BBC7C45218B5}"/>
              </a:ext>
            </a:extLst>
          </p:cNvPr>
          <p:cNvSpPr/>
          <p:nvPr/>
        </p:nvSpPr>
        <p:spPr>
          <a:xfrm>
            <a:off x="3656711" y="4430280"/>
            <a:ext cx="1551305" cy="305435"/>
          </a:xfrm>
          <a:custGeom>
            <a:avLst/>
            <a:gdLst/>
            <a:ahLst/>
            <a:cxnLst/>
            <a:rect l="l" t="t" r="r" b="b"/>
            <a:pathLst>
              <a:path w="1551304" h="305435">
                <a:moveTo>
                  <a:pt x="1398524" y="0"/>
                </a:moveTo>
                <a:lnTo>
                  <a:pt x="152400" y="0"/>
                </a:lnTo>
                <a:lnTo>
                  <a:pt x="104217" y="7778"/>
                </a:lnTo>
                <a:lnTo>
                  <a:pt x="62380" y="29431"/>
                </a:lnTo>
                <a:lnTo>
                  <a:pt x="29394" y="62435"/>
                </a:lnTo>
                <a:lnTo>
                  <a:pt x="7766" y="104265"/>
                </a:lnTo>
                <a:lnTo>
                  <a:pt x="0" y="152399"/>
                </a:lnTo>
                <a:lnTo>
                  <a:pt x="7766" y="200595"/>
                </a:lnTo>
                <a:lnTo>
                  <a:pt x="29394" y="242464"/>
                </a:lnTo>
                <a:lnTo>
                  <a:pt x="62380" y="275487"/>
                </a:lnTo>
                <a:lnTo>
                  <a:pt x="104217" y="297147"/>
                </a:lnTo>
                <a:lnTo>
                  <a:pt x="152400" y="304926"/>
                </a:lnTo>
                <a:lnTo>
                  <a:pt x="1398524" y="304926"/>
                </a:lnTo>
                <a:lnTo>
                  <a:pt x="1446706" y="297147"/>
                </a:lnTo>
                <a:lnTo>
                  <a:pt x="1488543" y="275487"/>
                </a:lnTo>
                <a:lnTo>
                  <a:pt x="1521529" y="242464"/>
                </a:lnTo>
                <a:lnTo>
                  <a:pt x="1543157" y="200595"/>
                </a:lnTo>
                <a:lnTo>
                  <a:pt x="1550924" y="152399"/>
                </a:lnTo>
                <a:lnTo>
                  <a:pt x="1543157" y="104265"/>
                </a:lnTo>
                <a:lnTo>
                  <a:pt x="1521529" y="62435"/>
                </a:lnTo>
                <a:lnTo>
                  <a:pt x="1488543" y="29431"/>
                </a:lnTo>
                <a:lnTo>
                  <a:pt x="1446706" y="7778"/>
                </a:lnTo>
                <a:lnTo>
                  <a:pt x="1398524" y="0"/>
                </a:lnTo>
                <a:close/>
              </a:path>
            </a:pathLst>
          </a:custGeom>
          <a:solidFill>
            <a:srgbClr val="2E6E94"/>
          </a:solidFill>
        </p:spPr>
        <p:txBody>
          <a:bodyPr wrap="square" lIns="0" tIns="0" rIns="0" bIns="0" rtlCol="0"/>
          <a:lstStyle/>
          <a:p>
            <a:endParaRPr/>
          </a:p>
        </p:txBody>
      </p:sp>
      <p:sp>
        <p:nvSpPr>
          <p:cNvPr id="66" name="object 78">
            <a:extLst>
              <a:ext uri="{FF2B5EF4-FFF2-40B4-BE49-F238E27FC236}">
                <a16:creationId xmlns:a16="http://schemas.microsoft.com/office/drawing/2014/main" id="{4F0F24CC-5971-4A08-9815-3783C38DA079}"/>
              </a:ext>
            </a:extLst>
          </p:cNvPr>
          <p:cNvSpPr/>
          <p:nvPr/>
        </p:nvSpPr>
        <p:spPr>
          <a:xfrm>
            <a:off x="3656711" y="4430280"/>
            <a:ext cx="1551305" cy="305435"/>
          </a:xfrm>
          <a:custGeom>
            <a:avLst/>
            <a:gdLst/>
            <a:ahLst/>
            <a:cxnLst/>
            <a:rect l="l" t="t" r="r" b="b"/>
            <a:pathLst>
              <a:path w="1551304" h="305435">
                <a:moveTo>
                  <a:pt x="1398524" y="0"/>
                </a:moveTo>
                <a:lnTo>
                  <a:pt x="1446706" y="7778"/>
                </a:lnTo>
                <a:lnTo>
                  <a:pt x="1488543" y="29431"/>
                </a:lnTo>
                <a:lnTo>
                  <a:pt x="1521529" y="62435"/>
                </a:lnTo>
                <a:lnTo>
                  <a:pt x="1543157" y="104265"/>
                </a:lnTo>
                <a:lnTo>
                  <a:pt x="1550924" y="152399"/>
                </a:lnTo>
                <a:lnTo>
                  <a:pt x="1543157" y="200595"/>
                </a:lnTo>
                <a:lnTo>
                  <a:pt x="1521529" y="242464"/>
                </a:lnTo>
                <a:lnTo>
                  <a:pt x="1488543" y="275487"/>
                </a:lnTo>
                <a:lnTo>
                  <a:pt x="1446706" y="297147"/>
                </a:lnTo>
                <a:lnTo>
                  <a:pt x="1398524" y="304926"/>
                </a:lnTo>
                <a:lnTo>
                  <a:pt x="152400" y="304926"/>
                </a:lnTo>
                <a:lnTo>
                  <a:pt x="104217" y="297147"/>
                </a:lnTo>
                <a:lnTo>
                  <a:pt x="62380" y="275487"/>
                </a:lnTo>
                <a:lnTo>
                  <a:pt x="29394" y="242464"/>
                </a:lnTo>
                <a:lnTo>
                  <a:pt x="7766" y="200595"/>
                </a:lnTo>
                <a:lnTo>
                  <a:pt x="0" y="152399"/>
                </a:lnTo>
                <a:lnTo>
                  <a:pt x="7766" y="104265"/>
                </a:lnTo>
                <a:lnTo>
                  <a:pt x="29394" y="62435"/>
                </a:lnTo>
                <a:lnTo>
                  <a:pt x="62380" y="29431"/>
                </a:lnTo>
                <a:lnTo>
                  <a:pt x="104217" y="7778"/>
                </a:lnTo>
                <a:lnTo>
                  <a:pt x="152400" y="0"/>
                </a:lnTo>
                <a:lnTo>
                  <a:pt x="1398524" y="0"/>
                </a:lnTo>
                <a:close/>
              </a:path>
            </a:pathLst>
          </a:custGeom>
          <a:ln w="12700">
            <a:solidFill>
              <a:srgbClr val="172C51"/>
            </a:solidFill>
          </a:ln>
        </p:spPr>
        <p:txBody>
          <a:bodyPr wrap="square" lIns="0" tIns="0" rIns="0" bIns="0" rtlCol="0"/>
          <a:lstStyle/>
          <a:p>
            <a:endParaRPr/>
          </a:p>
        </p:txBody>
      </p:sp>
      <p:sp>
        <p:nvSpPr>
          <p:cNvPr id="67" name="object 79">
            <a:extLst>
              <a:ext uri="{FF2B5EF4-FFF2-40B4-BE49-F238E27FC236}">
                <a16:creationId xmlns:a16="http://schemas.microsoft.com/office/drawing/2014/main" id="{FD82572B-E477-48A7-B386-3CD0E37727B6}"/>
              </a:ext>
            </a:extLst>
          </p:cNvPr>
          <p:cNvSpPr/>
          <p:nvPr/>
        </p:nvSpPr>
        <p:spPr>
          <a:xfrm>
            <a:off x="4033393" y="4455171"/>
            <a:ext cx="787146" cy="304038"/>
          </a:xfrm>
          <a:prstGeom prst="rect">
            <a:avLst/>
          </a:prstGeom>
          <a:blipFill>
            <a:blip r:embed="rId19" cstate="print"/>
            <a:stretch>
              <a:fillRect/>
            </a:stretch>
          </a:blipFill>
        </p:spPr>
        <p:txBody>
          <a:bodyPr wrap="square" lIns="0" tIns="0" rIns="0" bIns="0" rtlCol="0"/>
          <a:lstStyle/>
          <a:p>
            <a:endParaRPr/>
          </a:p>
        </p:txBody>
      </p:sp>
      <p:sp>
        <p:nvSpPr>
          <p:cNvPr id="68" name="object 80">
            <a:extLst>
              <a:ext uri="{FF2B5EF4-FFF2-40B4-BE49-F238E27FC236}">
                <a16:creationId xmlns:a16="http://schemas.microsoft.com/office/drawing/2014/main" id="{98E9088D-9E19-46C2-98EE-B0864E6B6A99}"/>
              </a:ext>
            </a:extLst>
          </p:cNvPr>
          <p:cNvSpPr txBox="1"/>
          <p:nvPr/>
        </p:nvSpPr>
        <p:spPr>
          <a:xfrm>
            <a:off x="3785997" y="4486666"/>
            <a:ext cx="1257300" cy="1496060"/>
          </a:xfrm>
          <a:prstGeom prst="rect">
            <a:avLst/>
          </a:prstGeom>
        </p:spPr>
        <p:txBody>
          <a:bodyPr vert="horz" wrap="square" lIns="0" tIns="13335" rIns="0" bIns="0" rtlCol="0">
            <a:spAutoFit/>
          </a:bodyPr>
          <a:lstStyle/>
          <a:p>
            <a:pPr marL="332740">
              <a:spcBef>
                <a:spcPts val="105"/>
              </a:spcBef>
            </a:pPr>
            <a:r>
              <a:rPr sz="1050" b="1" dirty="0">
                <a:solidFill>
                  <a:srgbClr val="FFFFFF"/>
                </a:solidFill>
                <a:latin typeface="맑은 고딕"/>
                <a:cs typeface="맑은 고딕"/>
              </a:rPr>
              <a:t>Kubeflow</a:t>
            </a:r>
            <a:endParaRPr sz="1050">
              <a:latin typeface="맑은 고딕"/>
              <a:cs typeface="맑은 고딕"/>
            </a:endParaRPr>
          </a:p>
          <a:p>
            <a:pPr>
              <a:spcBef>
                <a:spcPts val="40"/>
              </a:spcBef>
            </a:pPr>
            <a:endParaRPr sz="1100">
              <a:latin typeface="Times New Roman"/>
              <a:cs typeface="Times New Roman"/>
            </a:endParaRPr>
          </a:p>
          <a:p>
            <a:pPr marL="12700">
              <a:spcBef>
                <a:spcPts val="5"/>
              </a:spcBef>
            </a:pPr>
            <a:r>
              <a:rPr sz="1000" spc="-5" dirty="0">
                <a:latin typeface="맑은 고딕"/>
                <a:cs typeface="맑은 고딕"/>
              </a:rPr>
              <a:t>AI 툴킷</a:t>
            </a:r>
            <a:r>
              <a:rPr sz="1000" dirty="0">
                <a:latin typeface="맑은 고딕"/>
                <a:cs typeface="맑은 고딕"/>
              </a:rPr>
              <a:t> </a:t>
            </a:r>
            <a:r>
              <a:rPr sz="1000" spc="-5" dirty="0">
                <a:latin typeface="맑은 고딕"/>
                <a:cs typeface="맑은 고딕"/>
              </a:rPr>
              <a:t>:</a:t>
            </a:r>
            <a:endParaRPr sz="1000">
              <a:latin typeface="맑은 고딕"/>
              <a:cs typeface="맑은 고딕"/>
            </a:endParaRPr>
          </a:p>
          <a:p>
            <a:pPr marL="12700" marR="5080">
              <a:lnSpc>
                <a:spcPct val="130000"/>
              </a:lnSpc>
            </a:pPr>
            <a:r>
              <a:rPr sz="1000" spc="-5" dirty="0">
                <a:latin typeface="맑은 고딕"/>
                <a:cs typeface="맑은 고딕"/>
              </a:rPr>
              <a:t>쿠버네티스 상에서</a:t>
            </a:r>
            <a:r>
              <a:rPr sz="1000" spc="-60" dirty="0">
                <a:latin typeface="맑은 고딕"/>
                <a:cs typeface="맑은 고딕"/>
              </a:rPr>
              <a:t> </a:t>
            </a:r>
            <a:r>
              <a:rPr sz="1000" spc="-5" dirty="0">
                <a:latin typeface="맑은 고딕"/>
                <a:cs typeface="맑은 고딕"/>
              </a:rPr>
              <a:t>인  공지능 연구</a:t>
            </a:r>
            <a:r>
              <a:rPr sz="1000" spc="-25" dirty="0">
                <a:latin typeface="맑은 고딕"/>
                <a:cs typeface="맑은 고딕"/>
              </a:rPr>
              <a:t> </a:t>
            </a:r>
            <a:r>
              <a:rPr sz="1000" spc="-5" dirty="0">
                <a:latin typeface="맑은 고딕"/>
                <a:cs typeface="맑은 고딕"/>
              </a:rPr>
              <a:t>개발에</a:t>
            </a:r>
            <a:endParaRPr sz="1000">
              <a:latin typeface="맑은 고딕"/>
              <a:cs typeface="맑은 고딕"/>
            </a:endParaRPr>
          </a:p>
          <a:p>
            <a:pPr marL="12700" marR="89535">
              <a:lnSpc>
                <a:spcPct val="130000"/>
              </a:lnSpc>
            </a:pPr>
            <a:r>
              <a:rPr sz="1000" spc="-5" dirty="0">
                <a:latin typeface="맑은 고딕"/>
                <a:cs typeface="맑은 고딕"/>
              </a:rPr>
              <a:t>필요한 개발 환경과  워크플로 등 대부분  의 기능을 지원</a:t>
            </a:r>
            <a:endParaRPr sz="1000">
              <a:latin typeface="맑은 고딕"/>
              <a:cs typeface="맑은 고딕"/>
            </a:endParaRPr>
          </a:p>
        </p:txBody>
      </p:sp>
      <p:sp>
        <p:nvSpPr>
          <p:cNvPr id="69" name="object 81">
            <a:extLst>
              <a:ext uri="{FF2B5EF4-FFF2-40B4-BE49-F238E27FC236}">
                <a16:creationId xmlns:a16="http://schemas.microsoft.com/office/drawing/2014/main" id="{5BB1C547-0308-4440-867D-71BD6C513771}"/>
              </a:ext>
            </a:extLst>
          </p:cNvPr>
          <p:cNvSpPr/>
          <p:nvPr/>
        </p:nvSpPr>
        <p:spPr>
          <a:xfrm>
            <a:off x="5304410" y="4441443"/>
            <a:ext cx="1665731" cy="1872995"/>
          </a:xfrm>
          <a:prstGeom prst="rect">
            <a:avLst/>
          </a:prstGeom>
          <a:blipFill>
            <a:blip r:embed="rId16" cstate="print"/>
            <a:stretch>
              <a:fillRect/>
            </a:stretch>
          </a:blipFill>
        </p:spPr>
        <p:txBody>
          <a:bodyPr wrap="square" lIns="0" tIns="0" rIns="0" bIns="0" rtlCol="0"/>
          <a:lstStyle/>
          <a:p>
            <a:endParaRPr/>
          </a:p>
        </p:txBody>
      </p:sp>
      <p:sp>
        <p:nvSpPr>
          <p:cNvPr id="70" name="object 82">
            <a:extLst>
              <a:ext uri="{FF2B5EF4-FFF2-40B4-BE49-F238E27FC236}">
                <a16:creationId xmlns:a16="http://schemas.microsoft.com/office/drawing/2014/main" id="{AB6E4D6F-5D15-4D26-995E-508AAE8C49F0}"/>
              </a:ext>
            </a:extLst>
          </p:cNvPr>
          <p:cNvSpPr/>
          <p:nvPr/>
        </p:nvSpPr>
        <p:spPr>
          <a:xfrm>
            <a:off x="5336794" y="4473586"/>
            <a:ext cx="1551305" cy="1758314"/>
          </a:xfrm>
          <a:custGeom>
            <a:avLst/>
            <a:gdLst/>
            <a:ahLst/>
            <a:cxnLst/>
            <a:rect l="l" t="t" r="r" b="b"/>
            <a:pathLst>
              <a:path w="1551304" h="1758314">
                <a:moveTo>
                  <a:pt x="1390523" y="0"/>
                </a:moveTo>
                <a:lnTo>
                  <a:pt x="160527" y="0"/>
                </a:lnTo>
                <a:lnTo>
                  <a:pt x="109793" y="8184"/>
                </a:lnTo>
                <a:lnTo>
                  <a:pt x="65727" y="30975"/>
                </a:lnTo>
                <a:lnTo>
                  <a:pt x="30975" y="65727"/>
                </a:lnTo>
                <a:lnTo>
                  <a:pt x="8184" y="109793"/>
                </a:lnTo>
                <a:lnTo>
                  <a:pt x="0" y="160528"/>
                </a:lnTo>
                <a:lnTo>
                  <a:pt x="0" y="1597571"/>
                </a:lnTo>
                <a:lnTo>
                  <a:pt x="8184" y="1648312"/>
                </a:lnTo>
                <a:lnTo>
                  <a:pt x="30975" y="1692381"/>
                </a:lnTo>
                <a:lnTo>
                  <a:pt x="65727" y="1727135"/>
                </a:lnTo>
                <a:lnTo>
                  <a:pt x="109793" y="1749926"/>
                </a:lnTo>
                <a:lnTo>
                  <a:pt x="160527" y="1758111"/>
                </a:lnTo>
                <a:lnTo>
                  <a:pt x="1390523" y="1758111"/>
                </a:lnTo>
                <a:lnTo>
                  <a:pt x="1441257" y="1749926"/>
                </a:lnTo>
                <a:lnTo>
                  <a:pt x="1485323" y="1727135"/>
                </a:lnTo>
                <a:lnTo>
                  <a:pt x="1520075" y="1692381"/>
                </a:lnTo>
                <a:lnTo>
                  <a:pt x="1542866" y="1648312"/>
                </a:lnTo>
                <a:lnTo>
                  <a:pt x="1551051" y="1597571"/>
                </a:lnTo>
                <a:lnTo>
                  <a:pt x="1551051" y="160528"/>
                </a:lnTo>
                <a:lnTo>
                  <a:pt x="1542866" y="109793"/>
                </a:lnTo>
                <a:lnTo>
                  <a:pt x="1520075" y="65727"/>
                </a:lnTo>
                <a:lnTo>
                  <a:pt x="1485323" y="30975"/>
                </a:lnTo>
                <a:lnTo>
                  <a:pt x="1441257" y="8184"/>
                </a:lnTo>
                <a:lnTo>
                  <a:pt x="1390523" y="0"/>
                </a:lnTo>
                <a:close/>
              </a:path>
            </a:pathLst>
          </a:custGeom>
          <a:solidFill>
            <a:srgbClr val="FFFFFF"/>
          </a:solidFill>
        </p:spPr>
        <p:txBody>
          <a:bodyPr wrap="square" lIns="0" tIns="0" rIns="0" bIns="0" rtlCol="0"/>
          <a:lstStyle/>
          <a:p>
            <a:endParaRPr/>
          </a:p>
        </p:txBody>
      </p:sp>
      <p:sp>
        <p:nvSpPr>
          <p:cNvPr id="71" name="object 83">
            <a:extLst>
              <a:ext uri="{FF2B5EF4-FFF2-40B4-BE49-F238E27FC236}">
                <a16:creationId xmlns:a16="http://schemas.microsoft.com/office/drawing/2014/main" id="{8660875B-5EF3-4250-8657-05A7E7C227CA}"/>
              </a:ext>
            </a:extLst>
          </p:cNvPr>
          <p:cNvSpPr/>
          <p:nvPr/>
        </p:nvSpPr>
        <p:spPr>
          <a:xfrm>
            <a:off x="5336794" y="4473586"/>
            <a:ext cx="1551305" cy="1758314"/>
          </a:xfrm>
          <a:custGeom>
            <a:avLst/>
            <a:gdLst/>
            <a:ahLst/>
            <a:cxnLst/>
            <a:rect l="l" t="t" r="r" b="b"/>
            <a:pathLst>
              <a:path w="1551304" h="1758314">
                <a:moveTo>
                  <a:pt x="1390523" y="0"/>
                </a:moveTo>
                <a:lnTo>
                  <a:pt x="1441257" y="8184"/>
                </a:lnTo>
                <a:lnTo>
                  <a:pt x="1485323" y="30975"/>
                </a:lnTo>
                <a:lnTo>
                  <a:pt x="1520075" y="65727"/>
                </a:lnTo>
                <a:lnTo>
                  <a:pt x="1542866" y="109793"/>
                </a:lnTo>
                <a:lnTo>
                  <a:pt x="1551051" y="160528"/>
                </a:lnTo>
                <a:lnTo>
                  <a:pt x="1551051" y="1597571"/>
                </a:lnTo>
                <a:lnTo>
                  <a:pt x="1542866" y="1648312"/>
                </a:lnTo>
                <a:lnTo>
                  <a:pt x="1520075" y="1692381"/>
                </a:lnTo>
                <a:lnTo>
                  <a:pt x="1485323" y="1727135"/>
                </a:lnTo>
                <a:lnTo>
                  <a:pt x="1441257" y="1749926"/>
                </a:lnTo>
                <a:lnTo>
                  <a:pt x="1390523" y="1758111"/>
                </a:lnTo>
                <a:lnTo>
                  <a:pt x="160527" y="1758111"/>
                </a:lnTo>
                <a:lnTo>
                  <a:pt x="109793" y="1749926"/>
                </a:lnTo>
                <a:lnTo>
                  <a:pt x="65727" y="1727135"/>
                </a:lnTo>
                <a:lnTo>
                  <a:pt x="30975" y="1692381"/>
                </a:lnTo>
                <a:lnTo>
                  <a:pt x="8184" y="1648312"/>
                </a:lnTo>
                <a:lnTo>
                  <a:pt x="0" y="1597571"/>
                </a:lnTo>
                <a:lnTo>
                  <a:pt x="0" y="160528"/>
                </a:lnTo>
                <a:lnTo>
                  <a:pt x="8184" y="109793"/>
                </a:lnTo>
                <a:lnTo>
                  <a:pt x="30975" y="65727"/>
                </a:lnTo>
                <a:lnTo>
                  <a:pt x="65727" y="30975"/>
                </a:lnTo>
                <a:lnTo>
                  <a:pt x="109793" y="8184"/>
                </a:lnTo>
                <a:lnTo>
                  <a:pt x="160527" y="0"/>
                </a:lnTo>
                <a:lnTo>
                  <a:pt x="1390523" y="0"/>
                </a:lnTo>
                <a:close/>
              </a:path>
            </a:pathLst>
          </a:custGeom>
          <a:ln w="12700">
            <a:solidFill>
              <a:srgbClr val="204685"/>
            </a:solidFill>
          </a:ln>
        </p:spPr>
        <p:txBody>
          <a:bodyPr wrap="square" lIns="0" tIns="0" rIns="0" bIns="0" rtlCol="0"/>
          <a:lstStyle/>
          <a:p>
            <a:endParaRPr/>
          </a:p>
        </p:txBody>
      </p:sp>
      <p:sp>
        <p:nvSpPr>
          <p:cNvPr id="72" name="object 84">
            <a:extLst>
              <a:ext uri="{FF2B5EF4-FFF2-40B4-BE49-F238E27FC236}">
                <a16:creationId xmlns:a16="http://schemas.microsoft.com/office/drawing/2014/main" id="{E9328A23-88AB-4725-B1C7-B70A73852173}"/>
              </a:ext>
            </a:extLst>
          </p:cNvPr>
          <p:cNvSpPr/>
          <p:nvPr/>
        </p:nvSpPr>
        <p:spPr>
          <a:xfrm>
            <a:off x="5336794" y="4430280"/>
            <a:ext cx="1551305" cy="305435"/>
          </a:xfrm>
          <a:custGeom>
            <a:avLst/>
            <a:gdLst/>
            <a:ahLst/>
            <a:cxnLst/>
            <a:rect l="l" t="t" r="r" b="b"/>
            <a:pathLst>
              <a:path w="1551304" h="305435">
                <a:moveTo>
                  <a:pt x="1398651" y="0"/>
                </a:moveTo>
                <a:lnTo>
                  <a:pt x="152400" y="0"/>
                </a:lnTo>
                <a:lnTo>
                  <a:pt x="104265" y="7778"/>
                </a:lnTo>
                <a:lnTo>
                  <a:pt x="62435" y="29431"/>
                </a:lnTo>
                <a:lnTo>
                  <a:pt x="29431" y="62435"/>
                </a:lnTo>
                <a:lnTo>
                  <a:pt x="7778" y="104265"/>
                </a:lnTo>
                <a:lnTo>
                  <a:pt x="0" y="152399"/>
                </a:lnTo>
                <a:lnTo>
                  <a:pt x="7778" y="200595"/>
                </a:lnTo>
                <a:lnTo>
                  <a:pt x="29431" y="242464"/>
                </a:lnTo>
                <a:lnTo>
                  <a:pt x="62435" y="275487"/>
                </a:lnTo>
                <a:lnTo>
                  <a:pt x="104265" y="297147"/>
                </a:lnTo>
                <a:lnTo>
                  <a:pt x="152400" y="304926"/>
                </a:lnTo>
                <a:lnTo>
                  <a:pt x="1398651" y="304926"/>
                </a:lnTo>
                <a:lnTo>
                  <a:pt x="1446785" y="297147"/>
                </a:lnTo>
                <a:lnTo>
                  <a:pt x="1488615" y="275487"/>
                </a:lnTo>
                <a:lnTo>
                  <a:pt x="1521619" y="242464"/>
                </a:lnTo>
                <a:lnTo>
                  <a:pt x="1543272" y="200595"/>
                </a:lnTo>
                <a:lnTo>
                  <a:pt x="1551051" y="152399"/>
                </a:lnTo>
                <a:lnTo>
                  <a:pt x="1543272" y="104265"/>
                </a:lnTo>
                <a:lnTo>
                  <a:pt x="1521619" y="62435"/>
                </a:lnTo>
                <a:lnTo>
                  <a:pt x="1488615" y="29431"/>
                </a:lnTo>
                <a:lnTo>
                  <a:pt x="1446785" y="7778"/>
                </a:lnTo>
                <a:lnTo>
                  <a:pt x="1398651" y="0"/>
                </a:lnTo>
                <a:close/>
              </a:path>
            </a:pathLst>
          </a:custGeom>
          <a:solidFill>
            <a:srgbClr val="2E6E94"/>
          </a:solidFill>
        </p:spPr>
        <p:txBody>
          <a:bodyPr wrap="square" lIns="0" tIns="0" rIns="0" bIns="0" rtlCol="0"/>
          <a:lstStyle/>
          <a:p>
            <a:endParaRPr/>
          </a:p>
        </p:txBody>
      </p:sp>
      <p:sp>
        <p:nvSpPr>
          <p:cNvPr id="73" name="object 85">
            <a:extLst>
              <a:ext uri="{FF2B5EF4-FFF2-40B4-BE49-F238E27FC236}">
                <a16:creationId xmlns:a16="http://schemas.microsoft.com/office/drawing/2014/main" id="{4150E1F3-F70F-4585-ADAD-BEC5BD210796}"/>
              </a:ext>
            </a:extLst>
          </p:cNvPr>
          <p:cNvSpPr/>
          <p:nvPr/>
        </p:nvSpPr>
        <p:spPr>
          <a:xfrm>
            <a:off x="5336794" y="4430280"/>
            <a:ext cx="1551305" cy="305435"/>
          </a:xfrm>
          <a:custGeom>
            <a:avLst/>
            <a:gdLst/>
            <a:ahLst/>
            <a:cxnLst/>
            <a:rect l="l" t="t" r="r" b="b"/>
            <a:pathLst>
              <a:path w="1551304" h="305435">
                <a:moveTo>
                  <a:pt x="1398651" y="0"/>
                </a:moveTo>
                <a:lnTo>
                  <a:pt x="1446785" y="7778"/>
                </a:lnTo>
                <a:lnTo>
                  <a:pt x="1488615" y="29431"/>
                </a:lnTo>
                <a:lnTo>
                  <a:pt x="1521619" y="62435"/>
                </a:lnTo>
                <a:lnTo>
                  <a:pt x="1543272" y="104265"/>
                </a:lnTo>
                <a:lnTo>
                  <a:pt x="1551051" y="152399"/>
                </a:lnTo>
                <a:lnTo>
                  <a:pt x="1543272" y="200595"/>
                </a:lnTo>
                <a:lnTo>
                  <a:pt x="1521619" y="242464"/>
                </a:lnTo>
                <a:lnTo>
                  <a:pt x="1488615" y="275487"/>
                </a:lnTo>
                <a:lnTo>
                  <a:pt x="1446785" y="297147"/>
                </a:lnTo>
                <a:lnTo>
                  <a:pt x="1398651" y="304926"/>
                </a:lnTo>
                <a:lnTo>
                  <a:pt x="152400" y="304926"/>
                </a:lnTo>
                <a:lnTo>
                  <a:pt x="104265" y="297147"/>
                </a:lnTo>
                <a:lnTo>
                  <a:pt x="62435" y="275487"/>
                </a:lnTo>
                <a:lnTo>
                  <a:pt x="29431" y="242464"/>
                </a:lnTo>
                <a:lnTo>
                  <a:pt x="7778" y="200595"/>
                </a:lnTo>
                <a:lnTo>
                  <a:pt x="0" y="152399"/>
                </a:lnTo>
                <a:lnTo>
                  <a:pt x="7778" y="104265"/>
                </a:lnTo>
                <a:lnTo>
                  <a:pt x="29431" y="62435"/>
                </a:lnTo>
                <a:lnTo>
                  <a:pt x="62435" y="29431"/>
                </a:lnTo>
                <a:lnTo>
                  <a:pt x="104265" y="7778"/>
                </a:lnTo>
                <a:lnTo>
                  <a:pt x="152400" y="0"/>
                </a:lnTo>
                <a:lnTo>
                  <a:pt x="1398651" y="0"/>
                </a:lnTo>
                <a:close/>
              </a:path>
            </a:pathLst>
          </a:custGeom>
          <a:ln w="12700">
            <a:solidFill>
              <a:srgbClr val="172C51"/>
            </a:solidFill>
          </a:ln>
        </p:spPr>
        <p:txBody>
          <a:bodyPr wrap="square" lIns="0" tIns="0" rIns="0" bIns="0" rtlCol="0"/>
          <a:lstStyle/>
          <a:p>
            <a:endParaRPr/>
          </a:p>
        </p:txBody>
      </p:sp>
      <p:sp>
        <p:nvSpPr>
          <p:cNvPr id="74" name="object 86">
            <a:extLst>
              <a:ext uri="{FF2B5EF4-FFF2-40B4-BE49-F238E27FC236}">
                <a16:creationId xmlns:a16="http://schemas.microsoft.com/office/drawing/2014/main" id="{62BBB221-6AFB-4938-AB23-E418C4A97B6C}"/>
              </a:ext>
            </a:extLst>
          </p:cNvPr>
          <p:cNvSpPr/>
          <p:nvPr/>
        </p:nvSpPr>
        <p:spPr>
          <a:xfrm>
            <a:off x="5789041" y="4455171"/>
            <a:ext cx="634746" cy="304038"/>
          </a:xfrm>
          <a:prstGeom prst="rect">
            <a:avLst/>
          </a:prstGeom>
          <a:blipFill>
            <a:blip r:embed="rId20" cstate="print"/>
            <a:stretch>
              <a:fillRect/>
            </a:stretch>
          </a:blipFill>
        </p:spPr>
        <p:txBody>
          <a:bodyPr wrap="square" lIns="0" tIns="0" rIns="0" bIns="0" rtlCol="0"/>
          <a:lstStyle/>
          <a:p>
            <a:endParaRPr/>
          </a:p>
        </p:txBody>
      </p:sp>
      <p:sp>
        <p:nvSpPr>
          <p:cNvPr id="75" name="object 87">
            <a:extLst>
              <a:ext uri="{FF2B5EF4-FFF2-40B4-BE49-F238E27FC236}">
                <a16:creationId xmlns:a16="http://schemas.microsoft.com/office/drawing/2014/main" id="{46CE0158-6B1F-46D3-9DB4-7D0E12207081}"/>
              </a:ext>
            </a:extLst>
          </p:cNvPr>
          <p:cNvSpPr txBox="1"/>
          <p:nvPr/>
        </p:nvSpPr>
        <p:spPr>
          <a:xfrm>
            <a:off x="5466334" y="4486666"/>
            <a:ext cx="1257300" cy="1496060"/>
          </a:xfrm>
          <a:prstGeom prst="rect">
            <a:avLst/>
          </a:prstGeom>
        </p:spPr>
        <p:txBody>
          <a:bodyPr vert="horz" wrap="square" lIns="0" tIns="13335" rIns="0" bIns="0" rtlCol="0">
            <a:spAutoFit/>
          </a:bodyPr>
          <a:lstStyle/>
          <a:p>
            <a:pPr marL="409575">
              <a:spcBef>
                <a:spcPts val="105"/>
              </a:spcBef>
            </a:pPr>
            <a:r>
              <a:rPr sz="1050" b="1" dirty="0">
                <a:solidFill>
                  <a:srgbClr val="FFFFFF"/>
                </a:solidFill>
                <a:latin typeface="맑은 고딕"/>
                <a:cs typeface="맑은 고딕"/>
              </a:rPr>
              <a:t>Harbor</a:t>
            </a:r>
            <a:endParaRPr sz="1050">
              <a:latin typeface="맑은 고딕"/>
              <a:cs typeface="맑은 고딕"/>
            </a:endParaRPr>
          </a:p>
          <a:p>
            <a:pPr marL="12700" marR="5080" algn="just">
              <a:lnSpc>
                <a:spcPct val="130000"/>
              </a:lnSpc>
              <a:spcBef>
                <a:spcPts val="950"/>
              </a:spcBef>
            </a:pPr>
            <a:r>
              <a:rPr sz="1000" spc="-5" dirty="0">
                <a:latin typeface="맑은 고딕"/>
                <a:cs typeface="맑은 고딕"/>
              </a:rPr>
              <a:t>컨테이너 이미지</a:t>
            </a:r>
            <a:r>
              <a:rPr sz="1000" spc="-60" dirty="0">
                <a:latin typeface="맑은 고딕"/>
                <a:cs typeface="맑은 고딕"/>
              </a:rPr>
              <a:t> </a:t>
            </a:r>
            <a:r>
              <a:rPr sz="1000" spc="-5" dirty="0">
                <a:latin typeface="맑은 고딕"/>
                <a:cs typeface="맑은 고딕"/>
              </a:rPr>
              <a:t>저장  소</a:t>
            </a:r>
            <a:r>
              <a:rPr sz="1000" spc="-10" dirty="0">
                <a:latin typeface="맑은 고딕"/>
                <a:cs typeface="맑은 고딕"/>
              </a:rPr>
              <a:t> </a:t>
            </a:r>
            <a:r>
              <a:rPr sz="1000" spc="-5" dirty="0">
                <a:latin typeface="맑은 고딕"/>
                <a:cs typeface="맑은 고딕"/>
              </a:rPr>
              <a:t>:</a:t>
            </a:r>
            <a:endParaRPr sz="1000">
              <a:latin typeface="맑은 고딕"/>
              <a:cs typeface="맑은 고딕"/>
            </a:endParaRPr>
          </a:p>
          <a:p>
            <a:pPr marL="12700">
              <a:spcBef>
                <a:spcPts val="359"/>
              </a:spcBef>
            </a:pPr>
            <a:r>
              <a:rPr sz="1000" spc="-5" dirty="0">
                <a:latin typeface="맑은 고딕"/>
                <a:cs typeface="맑은 고딕"/>
              </a:rPr>
              <a:t>컨테이너를 만들 때</a:t>
            </a:r>
            <a:endParaRPr sz="1000">
              <a:latin typeface="맑은 고딕"/>
              <a:cs typeface="맑은 고딕"/>
            </a:endParaRPr>
          </a:p>
          <a:p>
            <a:pPr marL="12700" marR="5080" algn="just">
              <a:lnSpc>
                <a:spcPct val="130000"/>
              </a:lnSpc>
            </a:pPr>
            <a:r>
              <a:rPr sz="1000" spc="-5" dirty="0">
                <a:latin typeface="맑은 고딕"/>
                <a:cs typeface="맑은 고딕"/>
              </a:rPr>
              <a:t>사용하는 컨테이너</a:t>
            </a:r>
            <a:r>
              <a:rPr sz="1000" spc="-60" dirty="0">
                <a:latin typeface="맑은 고딕"/>
                <a:cs typeface="맑은 고딕"/>
              </a:rPr>
              <a:t> </a:t>
            </a:r>
            <a:r>
              <a:rPr sz="1000" spc="-5" dirty="0">
                <a:latin typeface="맑은 고딕"/>
                <a:cs typeface="맑은 고딕"/>
              </a:rPr>
              <a:t>이  미지를 저장하고</a:t>
            </a:r>
            <a:r>
              <a:rPr sz="1000" spc="-60" dirty="0">
                <a:latin typeface="맑은 고딕"/>
                <a:cs typeface="맑은 고딕"/>
              </a:rPr>
              <a:t> </a:t>
            </a:r>
            <a:r>
              <a:rPr sz="1000" spc="-5" dirty="0">
                <a:latin typeface="맑은 고딕"/>
                <a:cs typeface="맑은 고딕"/>
              </a:rPr>
              <a:t>관리  하는 저장소</a:t>
            </a:r>
            <a:endParaRPr sz="1000">
              <a:latin typeface="맑은 고딕"/>
              <a:cs typeface="맑은 고딕"/>
            </a:endParaRPr>
          </a:p>
        </p:txBody>
      </p:sp>
      <p:sp>
        <p:nvSpPr>
          <p:cNvPr id="76" name="object 88">
            <a:extLst>
              <a:ext uri="{FF2B5EF4-FFF2-40B4-BE49-F238E27FC236}">
                <a16:creationId xmlns:a16="http://schemas.microsoft.com/office/drawing/2014/main" id="{5B70EC4F-65AF-4795-8CF7-9A553EA8C7F8}"/>
              </a:ext>
            </a:extLst>
          </p:cNvPr>
          <p:cNvSpPr/>
          <p:nvPr/>
        </p:nvSpPr>
        <p:spPr>
          <a:xfrm>
            <a:off x="6983857" y="4441443"/>
            <a:ext cx="1665731" cy="1872995"/>
          </a:xfrm>
          <a:prstGeom prst="rect">
            <a:avLst/>
          </a:prstGeom>
          <a:blipFill>
            <a:blip r:embed="rId21" cstate="print"/>
            <a:stretch>
              <a:fillRect/>
            </a:stretch>
          </a:blipFill>
        </p:spPr>
        <p:txBody>
          <a:bodyPr wrap="square" lIns="0" tIns="0" rIns="0" bIns="0" rtlCol="0"/>
          <a:lstStyle/>
          <a:p>
            <a:endParaRPr/>
          </a:p>
        </p:txBody>
      </p:sp>
      <p:sp>
        <p:nvSpPr>
          <p:cNvPr id="77" name="object 89">
            <a:extLst>
              <a:ext uri="{FF2B5EF4-FFF2-40B4-BE49-F238E27FC236}">
                <a16:creationId xmlns:a16="http://schemas.microsoft.com/office/drawing/2014/main" id="{2770CD06-657C-486B-B445-1A55230B6FAB}"/>
              </a:ext>
            </a:extLst>
          </p:cNvPr>
          <p:cNvSpPr/>
          <p:nvPr/>
        </p:nvSpPr>
        <p:spPr>
          <a:xfrm>
            <a:off x="7017005" y="4473586"/>
            <a:ext cx="1551305" cy="1758314"/>
          </a:xfrm>
          <a:custGeom>
            <a:avLst/>
            <a:gdLst/>
            <a:ahLst/>
            <a:cxnLst/>
            <a:rect l="l" t="t" r="r" b="b"/>
            <a:pathLst>
              <a:path w="1551304" h="1758314">
                <a:moveTo>
                  <a:pt x="1390396" y="0"/>
                </a:moveTo>
                <a:lnTo>
                  <a:pt x="160527" y="0"/>
                </a:lnTo>
                <a:lnTo>
                  <a:pt x="109793" y="8184"/>
                </a:lnTo>
                <a:lnTo>
                  <a:pt x="65727" y="30975"/>
                </a:lnTo>
                <a:lnTo>
                  <a:pt x="30975" y="65727"/>
                </a:lnTo>
                <a:lnTo>
                  <a:pt x="8184" y="109793"/>
                </a:lnTo>
                <a:lnTo>
                  <a:pt x="0" y="160528"/>
                </a:lnTo>
                <a:lnTo>
                  <a:pt x="0" y="1597571"/>
                </a:lnTo>
                <a:lnTo>
                  <a:pt x="8184" y="1648312"/>
                </a:lnTo>
                <a:lnTo>
                  <a:pt x="30975" y="1692381"/>
                </a:lnTo>
                <a:lnTo>
                  <a:pt x="65727" y="1727135"/>
                </a:lnTo>
                <a:lnTo>
                  <a:pt x="109793" y="1749926"/>
                </a:lnTo>
                <a:lnTo>
                  <a:pt x="160527" y="1758111"/>
                </a:lnTo>
                <a:lnTo>
                  <a:pt x="1390396" y="1758111"/>
                </a:lnTo>
                <a:lnTo>
                  <a:pt x="1441192" y="1749926"/>
                </a:lnTo>
                <a:lnTo>
                  <a:pt x="1485296" y="1727135"/>
                </a:lnTo>
                <a:lnTo>
                  <a:pt x="1520067" y="1692381"/>
                </a:lnTo>
                <a:lnTo>
                  <a:pt x="1542865" y="1648312"/>
                </a:lnTo>
                <a:lnTo>
                  <a:pt x="1551051" y="1597571"/>
                </a:lnTo>
                <a:lnTo>
                  <a:pt x="1551051" y="160528"/>
                </a:lnTo>
                <a:lnTo>
                  <a:pt x="1542865" y="109793"/>
                </a:lnTo>
                <a:lnTo>
                  <a:pt x="1520067" y="65727"/>
                </a:lnTo>
                <a:lnTo>
                  <a:pt x="1485296" y="30975"/>
                </a:lnTo>
                <a:lnTo>
                  <a:pt x="1441192" y="8184"/>
                </a:lnTo>
                <a:lnTo>
                  <a:pt x="1390396" y="0"/>
                </a:lnTo>
                <a:close/>
              </a:path>
            </a:pathLst>
          </a:custGeom>
          <a:solidFill>
            <a:srgbClr val="FFFFFF"/>
          </a:solidFill>
        </p:spPr>
        <p:txBody>
          <a:bodyPr wrap="square" lIns="0" tIns="0" rIns="0" bIns="0" rtlCol="0"/>
          <a:lstStyle/>
          <a:p>
            <a:endParaRPr/>
          </a:p>
        </p:txBody>
      </p:sp>
      <p:sp>
        <p:nvSpPr>
          <p:cNvPr id="78" name="object 90">
            <a:extLst>
              <a:ext uri="{FF2B5EF4-FFF2-40B4-BE49-F238E27FC236}">
                <a16:creationId xmlns:a16="http://schemas.microsoft.com/office/drawing/2014/main" id="{FADE6478-C7C5-40C3-BA9B-D30AD2D5E8C1}"/>
              </a:ext>
            </a:extLst>
          </p:cNvPr>
          <p:cNvSpPr/>
          <p:nvPr/>
        </p:nvSpPr>
        <p:spPr>
          <a:xfrm>
            <a:off x="7017005" y="4473586"/>
            <a:ext cx="1551305" cy="1758314"/>
          </a:xfrm>
          <a:custGeom>
            <a:avLst/>
            <a:gdLst/>
            <a:ahLst/>
            <a:cxnLst/>
            <a:rect l="l" t="t" r="r" b="b"/>
            <a:pathLst>
              <a:path w="1551304" h="1758314">
                <a:moveTo>
                  <a:pt x="1390396" y="0"/>
                </a:moveTo>
                <a:lnTo>
                  <a:pt x="1441192" y="8184"/>
                </a:lnTo>
                <a:lnTo>
                  <a:pt x="1485296" y="30975"/>
                </a:lnTo>
                <a:lnTo>
                  <a:pt x="1520067" y="65727"/>
                </a:lnTo>
                <a:lnTo>
                  <a:pt x="1542865" y="109793"/>
                </a:lnTo>
                <a:lnTo>
                  <a:pt x="1551051" y="160528"/>
                </a:lnTo>
                <a:lnTo>
                  <a:pt x="1551051" y="1597571"/>
                </a:lnTo>
                <a:lnTo>
                  <a:pt x="1542865" y="1648312"/>
                </a:lnTo>
                <a:lnTo>
                  <a:pt x="1520067" y="1692381"/>
                </a:lnTo>
                <a:lnTo>
                  <a:pt x="1485296" y="1727135"/>
                </a:lnTo>
                <a:lnTo>
                  <a:pt x="1441192" y="1749926"/>
                </a:lnTo>
                <a:lnTo>
                  <a:pt x="1390396" y="1758111"/>
                </a:lnTo>
                <a:lnTo>
                  <a:pt x="160527" y="1758111"/>
                </a:lnTo>
                <a:lnTo>
                  <a:pt x="109793" y="1749926"/>
                </a:lnTo>
                <a:lnTo>
                  <a:pt x="65727" y="1727135"/>
                </a:lnTo>
                <a:lnTo>
                  <a:pt x="30975" y="1692381"/>
                </a:lnTo>
                <a:lnTo>
                  <a:pt x="8184" y="1648312"/>
                </a:lnTo>
                <a:lnTo>
                  <a:pt x="0" y="1597571"/>
                </a:lnTo>
                <a:lnTo>
                  <a:pt x="0" y="160528"/>
                </a:lnTo>
                <a:lnTo>
                  <a:pt x="8184" y="109793"/>
                </a:lnTo>
                <a:lnTo>
                  <a:pt x="30975" y="65727"/>
                </a:lnTo>
                <a:lnTo>
                  <a:pt x="65727" y="30975"/>
                </a:lnTo>
                <a:lnTo>
                  <a:pt x="109793" y="8184"/>
                </a:lnTo>
                <a:lnTo>
                  <a:pt x="160527" y="0"/>
                </a:lnTo>
                <a:lnTo>
                  <a:pt x="1390396" y="0"/>
                </a:lnTo>
                <a:close/>
              </a:path>
            </a:pathLst>
          </a:custGeom>
          <a:ln w="12700">
            <a:solidFill>
              <a:srgbClr val="204685"/>
            </a:solidFill>
          </a:ln>
        </p:spPr>
        <p:txBody>
          <a:bodyPr wrap="square" lIns="0" tIns="0" rIns="0" bIns="0" rtlCol="0"/>
          <a:lstStyle/>
          <a:p>
            <a:endParaRPr/>
          </a:p>
        </p:txBody>
      </p:sp>
      <p:sp>
        <p:nvSpPr>
          <p:cNvPr id="79" name="object 91">
            <a:extLst>
              <a:ext uri="{FF2B5EF4-FFF2-40B4-BE49-F238E27FC236}">
                <a16:creationId xmlns:a16="http://schemas.microsoft.com/office/drawing/2014/main" id="{8EAA3C47-D922-4094-9257-1662286FDECB}"/>
              </a:ext>
            </a:extLst>
          </p:cNvPr>
          <p:cNvSpPr/>
          <p:nvPr/>
        </p:nvSpPr>
        <p:spPr>
          <a:xfrm>
            <a:off x="7017005" y="4430280"/>
            <a:ext cx="1551305" cy="305435"/>
          </a:xfrm>
          <a:custGeom>
            <a:avLst/>
            <a:gdLst/>
            <a:ahLst/>
            <a:cxnLst/>
            <a:rect l="l" t="t" r="r" b="b"/>
            <a:pathLst>
              <a:path w="1551304" h="305435">
                <a:moveTo>
                  <a:pt x="1398524" y="0"/>
                </a:moveTo>
                <a:lnTo>
                  <a:pt x="152400" y="0"/>
                </a:lnTo>
                <a:lnTo>
                  <a:pt x="104217" y="7778"/>
                </a:lnTo>
                <a:lnTo>
                  <a:pt x="62380" y="29431"/>
                </a:lnTo>
                <a:lnTo>
                  <a:pt x="29394" y="62435"/>
                </a:lnTo>
                <a:lnTo>
                  <a:pt x="7766" y="104265"/>
                </a:lnTo>
                <a:lnTo>
                  <a:pt x="0" y="152399"/>
                </a:lnTo>
                <a:lnTo>
                  <a:pt x="7766" y="200595"/>
                </a:lnTo>
                <a:lnTo>
                  <a:pt x="29394" y="242464"/>
                </a:lnTo>
                <a:lnTo>
                  <a:pt x="62380" y="275487"/>
                </a:lnTo>
                <a:lnTo>
                  <a:pt x="104217" y="297147"/>
                </a:lnTo>
                <a:lnTo>
                  <a:pt x="152400" y="304926"/>
                </a:lnTo>
                <a:lnTo>
                  <a:pt x="1398524" y="304926"/>
                </a:lnTo>
                <a:lnTo>
                  <a:pt x="1446719" y="297147"/>
                </a:lnTo>
                <a:lnTo>
                  <a:pt x="1488588" y="275487"/>
                </a:lnTo>
                <a:lnTo>
                  <a:pt x="1521611" y="242464"/>
                </a:lnTo>
                <a:lnTo>
                  <a:pt x="1543271" y="200595"/>
                </a:lnTo>
                <a:lnTo>
                  <a:pt x="1551051" y="152399"/>
                </a:lnTo>
                <a:lnTo>
                  <a:pt x="1543271" y="104265"/>
                </a:lnTo>
                <a:lnTo>
                  <a:pt x="1521611" y="62435"/>
                </a:lnTo>
                <a:lnTo>
                  <a:pt x="1488588" y="29431"/>
                </a:lnTo>
                <a:lnTo>
                  <a:pt x="1446719" y="7778"/>
                </a:lnTo>
                <a:lnTo>
                  <a:pt x="1398524" y="0"/>
                </a:lnTo>
                <a:close/>
              </a:path>
            </a:pathLst>
          </a:custGeom>
          <a:solidFill>
            <a:srgbClr val="2E6E94"/>
          </a:solidFill>
        </p:spPr>
        <p:txBody>
          <a:bodyPr wrap="square" lIns="0" tIns="0" rIns="0" bIns="0" rtlCol="0"/>
          <a:lstStyle/>
          <a:p>
            <a:endParaRPr/>
          </a:p>
        </p:txBody>
      </p:sp>
      <p:sp>
        <p:nvSpPr>
          <p:cNvPr id="80" name="object 92">
            <a:extLst>
              <a:ext uri="{FF2B5EF4-FFF2-40B4-BE49-F238E27FC236}">
                <a16:creationId xmlns:a16="http://schemas.microsoft.com/office/drawing/2014/main" id="{2F3436EF-1004-4675-93C4-E7F7CABE2E9F}"/>
              </a:ext>
            </a:extLst>
          </p:cNvPr>
          <p:cNvSpPr/>
          <p:nvPr/>
        </p:nvSpPr>
        <p:spPr>
          <a:xfrm>
            <a:off x="7017005" y="4430280"/>
            <a:ext cx="1551305" cy="305435"/>
          </a:xfrm>
          <a:custGeom>
            <a:avLst/>
            <a:gdLst/>
            <a:ahLst/>
            <a:cxnLst/>
            <a:rect l="l" t="t" r="r" b="b"/>
            <a:pathLst>
              <a:path w="1551304" h="305435">
                <a:moveTo>
                  <a:pt x="1398524" y="0"/>
                </a:moveTo>
                <a:lnTo>
                  <a:pt x="1446719" y="7778"/>
                </a:lnTo>
                <a:lnTo>
                  <a:pt x="1488588" y="29431"/>
                </a:lnTo>
                <a:lnTo>
                  <a:pt x="1521611" y="62435"/>
                </a:lnTo>
                <a:lnTo>
                  <a:pt x="1543271" y="104265"/>
                </a:lnTo>
                <a:lnTo>
                  <a:pt x="1551051" y="152399"/>
                </a:lnTo>
                <a:lnTo>
                  <a:pt x="1543271" y="200595"/>
                </a:lnTo>
                <a:lnTo>
                  <a:pt x="1521611" y="242464"/>
                </a:lnTo>
                <a:lnTo>
                  <a:pt x="1488588" y="275487"/>
                </a:lnTo>
                <a:lnTo>
                  <a:pt x="1446719" y="297147"/>
                </a:lnTo>
                <a:lnTo>
                  <a:pt x="1398524" y="304926"/>
                </a:lnTo>
                <a:lnTo>
                  <a:pt x="152400" y="304926"/>
                </a:lnTo>
                <a:lnTo>
                  <a:pt x="104217" y="297147"/>
                </a:lnTo>
                <a:lnTo>
                  <a:pt x="62380" y="275487"/>
                </a:lnTo>
                <a:lnTo>
                  <a:pt x="29394" y="242464"/>
                </a:lnTo>
                <a:lnTo>
                  <a:pt x="7766" y="200595"/>
                </a:lnTo>
                <a:lnTo>
                  <a:pt x="0" y="152399"/>
                </a:lnTo>
                <a:lnTo>
                  <a:pt x="7766" y="104265"/>
                </a:lnTo>
                <a:lnTo>
                  <a:pt x="29394" y="62435"/>
                </a:lnTo>
                <a:lnTo>
                  <a:pt x="62380" y="29431"/>
                </a:lnTo>
                <a:lnTo>
                  <a:pt x="104217" y="7778"/>
                </a:lnTo>
                <a:lnTo>
                  <a:pt x="152400" y="0"/>
                </a:lnTo>
                <a:lnTo>
                  <a:pt x="1398524" y="0"/>
                </a:lnTo>
                <a:close/>
              </a:path>
            </a:pathLst>
          </a:custGeom>
          <a:ln w="12700">
            <a:solidFill>
              <a:srgbClr val="172C51"/>
            </a:solidFill>
          </a:ln>
        </p:spPr>
        <p:txBody>
          <a:bodyPr wrap="square" lIns="0" tIns="0" rIns="0" bIns="0" rtlCol="0"/>
          <a:lstStyle/>
          <a:p>
            <a:endParaRPr/>
          </a:p>
        </p:txBody>
      </p:sp>
      <p:sp>
        <p:nvSpPr>
          <p:cNvPr id="81" name="object 93">
            <a:extLst>
              <a:ext uri="{FF2B5EF4-FFF2-40B4-BE49-F238E27FC236}">
                <a16:creationId xmlns:a16="http://schemas.microsoft.com/office/drawing/2014/main" id="{23DF59C3-5EE9-465C-8B44-A918B44CBBBE}"/>
              </a:ext>
            </a:extLst>
          </p:cNvPr>
          <p:cNvSpPr/>
          <p:nvPr/>
        </p:nvSpPr>
        <p:spPr>
          <a:xfrm>
            <a:off x="7328281" y="4455171"/>
            <a:ext cx="918209" cy="304038"/>
          </a:xfrm>
          <a:prstGeom prst="rect">
            <a:avLst/>
          </a:prstGeom>
          <a:blipFill>
            <a:blip r:embed="rId22" cstate="print"/>
            <a:stretch>
              <a:fillRect/>
            </a:stretch>
          </a:blipFill>
        </p:spPr>
        <p:txBody>
          <a:bodyPr wrap="square" lIns="0" tIns="0" rIns="0" bIns="0" rtlCol="0"/>
          <a:lstStyle/>
          <a:p>
            <a:endParaRPr/>
          </a:p>
        </p:txBody>
      </p:sp>
      <p:sp>
        <p:nvSpPr>
          <p:cNvPr id="82" name="object 94">
            <a:extLst>
              <a:ext uri="{FF2B5EF4-FFF2-40B4-BE49-F238E27FC236}">
                <a16:creationId xmlns:a16="http://schemas.microsoft.com/office/drawing/2014/main" id="{463171C0-8F27-4F87-9F71-791F757553C5}"/>
              </a:ext>
            </a:extLst>
          </p:cNvPr>
          <p:cNvSpPr txBox="1"/>
          <p:nvPr/>
        </p:nvSpPr>
        <p:spPr>
          <a:xfrm>
            <a:off x="7146671" y="4486666"/>
            <a:ext cx="1225550" cy="1694180"/>
          </a:xfrm>
          <a:prstGeom prst="rect">
            <a:avLst/>
          </a:prstGeom>
        </p:spPr>
        <p:txBody>
          <a:bodyPr vert="horz" wrap="square" lIns="0" tIns="13335" rIns="0" bIns="0" rtlCol="0">
            <a:spAutoFit/>
          </a:bodyPr>
          <a:lstStyle/>
          <a:p>
            <a:pPr marL="267335">
              <a:spcBef>
                <a:spcPts val="105"/>
              </a:spcBef>
            </a:pPr>
            <a:r>
              <a:rPr sz="1050" b="1" spc="-5" dirty="0">
                <a:solidFill>
                  <a:srgbClr val="FFFFFF"/>
                </a:solidFill>
                <a:latin typeface="맑은 고딕"/>
                <a:cs typeface="맑은 고딕"/>
              </a:rPr>
              <a:t>Open</a:t>
            </a:r>
            <a:r>
              <a:rPr sz="1050" b="1" spc="-20" dirty="0">
                <a:solidFill>
                  <a:srgbClr val="FFFFFF"/>
                </a:solidFill>
                <a:latin typeface="맑은 고딕"/>
                <a:cs typeface="맑은 고딕"/>
              </a:rPr>
              <a:t> </a:t>
            </a:r>
            <a:r>
              <a:rPr sz="1050" b="1" dirty="0">
                <a:solidFill>
                  <a:srgbClr val="FFFFFF"/>
                </a:solidFill>
                <a:latin typeface="맑은 고딕"/>
                <a:cs typeface="맑은 고딕"/>
              </a:rPr>
              <a:t>LDAP</a:t>
            </a:r>
            <a:endParaRPr sz="1050">
              <a:latin typeface="맑은 고딕"/>
              <a:cs typeface="맑은 고딕"/>
            </a:endParaRPr>
          </a:p>
          <a:p>
            <a:pPr marL="12700" marR="5080">
              <a:lnSpc>
                <a:spcPct val="130000"/>
              </a:lnSpc>
              <a:spcBef>
                <a:spcPts val="950"/>
              </a:spcBef>
            </a:pPr>
            <a:r>
              <a:rPr sz="1000" spc="-5" dirty="0">
                <a:latin typeface="맑은 고딕"/>
                <a:cs typeface="맑은 고딕"/>
              </a:rPr>
              <a:t>사용자 관리 DB :  </a:t>
            </a:r>
            <a:r>
              <a:rPr sz="1000" spc="-10" dirty="0">
                <a:latin typeface="맑은 고딕"/>
                <a:cs typeface="맑은 고딕"/>
              </a:rPr>
              <a:t>LDAP(Lightweight  Directory Access  </a:t>
            </a:r>
            <a:r>
              <a:rPr sz="1000" spc="-5" dirty="0">
                <a:latin typeface="맑은 고딕"/>
                <a:cs typeface="맑은 고딕"/>
              </a:rPr>
              <a:t>Protocol)기반의</a:t>
            </a:r>
            <a:r>
              <a:rPr sz="1000" spc="-40" dirty="0">
                <a:latin typeface="맑은 고딕"/>
                <a:cs typeface="맑은 고딕"/>
              </a:rPr>
              <a:t> </a:t>
            </a:r>
            <a:r>
              <a:rPr sz="1000" spc="-5" dirty="0">
                <a:latin typeface="맑은 고딕"/>
                <a:cs typeface="맑은 고딕"/>
              </a:rPr>
              <a:t>디렉  토리 서비스 서버, 사  용자 계정 </a:t>
            </a:r>
            <a:r>
              <a:rPr sz="1000" spc="-10" dirty="0">
                <a:latin typeface="맑은 고딕"/>
                <a:cs typeface="맑은 고딕"/>
              </a:rPr>
              <a:t>DB관리에  </a:t>
            </a:r>
            <a:r>
              <a:rPr sz="1000" spc="-5" dirty="0">
                <a:latin typeface="맑은 고딕"/>
                <a:cs typeface="맑은 고딕"/>
              </a:rPr>
              <a:t>사용</a:t>
            </a:r>
            <a:endParaRPr sz="1000">
              <a:latin typeface="맑은 고딕"/>
              <a:cs typeface="맑은 고딕"/>
            </a:endParaRPr>
          </a:p>
        </p:txBody>
      </p:sp>
      <p:sp>
        <p:nvSpPr>
          <p:cNvPr id="83" name="object 95">
            <a:extLst>
              <a:ext uri="{FF2B5EF4-FFF2-40B4-BE49-F238E27FC236}">
                <a16:creationId xmlns:a16="http://schemas.microsoft.com/office/drawing/2014/main" id="{09509753-392D-41D6-9543-00508C5E4DA4}"/>
              </a:ext>
            </a:extLst>
          </p:cNvPr>
          <p:cNvSpPr/>
          <p:nvPr/>
        </p:nvSpPr>
        <p:spPr>
          <a:xfrm>
            <a:off x="8670926" y="4441443"/>
            <a:ext cx="1665731" cy="1872995"/>
          </a:xfrm>
          <a:prstGeom prst="rect">
            <a:avLst/>
          </a:prstGeom>
          <a:blipFill>
            <a:blip r:embed="rId16" cstate="print"/>
            <a:stretch>
              <a:fillRect/>
            </a:stretch>
          </a:blipFill>
        </p:spPr>
        <p:txBody>
          <a:bodyPr wrap="square" lIns="0" tIns="0" rIns="0" bIns="0" rtlCol="0"/>
          <a:lstStyle/>
          <a:p>
            <a:endParaRPr/>
          </a:p>
        </p:txBody>
      </p:sp>
      <p:sp>
        <p:nvSpPr>
          <p:cNvPr id="84" name="object 96">
            <a:extLst>
              <a:ext uri="{FF2B5EF4-FFF2-40B4-BE49-F238E27FC236}">
                <a16:creationId xmlns:a16="http://schemas.microsoft.com/office/drawing/2014/main" id="{0DE6DB32-DB51-4370-AE29-F85888291CEF}"/>
              </a:ext>
            </a:extLst>
          </p:cNvPr>
          <p:cNvSpPr/>
          <p:nvPr/>
        </p:nvSpPr>
        <p:spPr>
          <a:xfrm>
            <a:off x="8703438" y="4473586"/>
            <a:ext cx="1551305" cy="1758314"/>
          </a:xfrm>
          <a:custGeom>
            <a:avLst/>
            <a:gdLst/>
            <a:ahLst/>
            <a:cxnLst/>
            <a:rect l="l" t="t" r="r" b="b"/>
            <a:pathLst>
              <a:path w="1551304" h="1758314">
                <a:moveTo>
                  <a:pt x="1390396" y="0"/>
                </a:moveTo>
                <a:lnTo>
                  <a:pt x="160527" y="0"/>
                </a:lnTo>
                <a:lnTo>
                  <a:pt x="109744" y="8184"/>
                </a:lnTo>
                <a:lnTo>
                  <a:pt x="65672" y="30975"/>
                </a:lnTo>
                <a:lnTo>
                  <a:pt x="30939" y="65727"/>
                </a:lnTo>
                <a:lnTo>
                  <a:pt x="8172" y="109793"/>
                </a:lnTo>
                <a:lnTo>
                  <a:pt x="0" y="160528"/>
                </a:lnTo>
                <a:lnTo>
                  <a:pt x="0" y="1597571"/>
                </a:lnTo>
                <a:lnTo>
                  <a:pt x="8172" y="1648312"/>
                </a:lnTo>
                <a:lnTo>
                  <a:pt x="30939" y="1692381"/>
                </a:lnTo>
                <a:lnTo>
                  <a:pt x="65672" y="1727135"/>
                </a:lnTo>
                <a:lnTo>
                  <a:pt x="109744" y="1749926"/>
                </a:lnTo>
                <a:lnTo>
                  <a:pt x="160527" y="1758111"/>
                </a:lnTo>
                <a:lnTo>
                  <a:pt x="1390396" y="1758111"/>
                </a:lnTo>
                <a:lnTo>
                  <a:pt x="1441130" y="1749926"/>
                </a:lnTo>
                <a:lnTo>
                  <a:pt x="1485196" y="1727135"/>
                </a:lnTo>
                <a:lnTo>
                  <a:pt x="1519948" y="1692381"/>
                </a:lnTo>
                <a:lnTo>
                  <a:pt x="1542739" y="1648312"/>
                </a:lnTo>
                <a:lnTo>
                  <a:pt x="1550924" y="1597571"/>
                </a:lnTo>
                <a:lnTo>
                  <a:pt x="1550924" y="160528"/>
                </a:lnTo>
                <a:lnTo>
                  <a:pt x="1542739" y="109793"/>
                </a:lnTo>
                <a:lnTo>
                  <a:pt x="1519948" y="65727"/>
                </a:lnTo>
                <a:lnTo>
                  <a:pt x="1485196" y="30975"/>
                </a:lnTo>
                <a:lnTo>
                  <a:pt x="1441130" y="8184"/>
                </a:lnTo>
                <a:lnTo>
                  <a:pt x="1390396" y="0"/>
                </a:lnTo>
                <a:close/>
              </a:path>
            </a:pathLst>
          </a:custGeom>
          <a:solidFill>
            <a:srgbClr val="FFFFFF"/>
          </a:solidFill>
        </p:spPr>
        <p:txBody>
          <a:bodyPr wrap="square" lIns="0" tIns="0" rIns="0" bIns="0" rtlCol="0"/>
          <a:lstStyle/>
          <a:p>
            <a:endParaRPr/>
          </a:p>
        </p:txBody>
      </p:sp>
      <p:sp>
        <p:nvSpPr>
          <p:cNvPr id="85" name="object 97">
            <a:extLst>
              <a:ext uri="{FF2B5EF4-FFF2-40B4-BE49-F238E27FC236}">
                <a16:creationId xmlns:a16="http://schemas.microsoft.com/office/drawing/2014/main" id="{73AA90B6-BBCC-4BA0-ACF9-EEE6BB3C13F0}"/>
              </a:ext>
            </a:extLst>
          </p:cNvPr>
          <p:cNvSpPr/>
          <p:nvPr/>
        </p:nvSpPr>
        <p:spPr>
          <a:xfrm>
            <a:off x="8703438" y="4473586"/>
            <a:ext cx="1551305" cy="1758314"/>
          </a:xfrm>
          <a:custGeom>
            <a:avLst/>
            <a:gdLst/>
            <a:ahLst/>
            <a:cxnLst/>
            <a:rect l="l" t="t" r="r" b="b"/>
            <a:pathLst>
              <a:path w="1551304" h="1758314">
                <a:moveTo>
                  <a:pt x="1390396" y="0"/>
                </a:moveTo>
                <a:lnTo>
                  <a:pt x="1441130" y="8184"/>
                </a:lnTo>
                <a:lnTo>
                  <a:pt x="1485196" y="30975"/>
                </a:lnTo>
                <a:lnTo>
                  <a:pt x="1519948" y="65727"/>
                </a:lnTo>
                <a:lnTo>
                  <a:pt x="1542739" y="109793"/>
                </a:lnTo>
                <a:lnTo>
                  <a:pt x="1550924" y="160528"/>
                </a:lnTo>
                <a:lnTo>
                  <a:pt x="1550924" y="1597571"/>
                </a:lnTo>
                <a:lnTo>
                  <a:pt x="1542739" y="1648312"/>
                </a:lnTo>
                <a:lnTo>
                  <a:pt x="1519948" y="1692381"/>
                </a:lnTo>
                <a:lnTo>
                  <a:pt x="1485196" y="1727135"/>
                </a:lnTo>
                <a:lnTo>
                  <a:pt x="1441130" y="1749926"/>
                </a:lnTo>
                <a:lnTo>
                  <a:pt x="1390396" y="1758111"/>
                </a:lnTo>
                <a:lnTo>
                  <a:pt x="160527" y="1758111"/>
                </a:lnTo>
                <a:lnTo>
                  <a:pt x="109744" y="1749926"/>
                </a:lnTo>
                <a:lnTo>
                  <a:pt x="65672" y="1727135"/>
                </a:lnTo>
                <a:lnTo>
                  <a:pt x="30939" y="1692381"/>
                </a:lnTo>
                <a:lnTo>
                  <a:pt x="8172" y="1648312"/>
                </a:lnTo>
                <a:lnTo>
                  <a:pt x="0" y="1597571"/>
                </a:lnTo>
                <a:lnTo>
                  <a:pt x="0" y="160528"/>
                </a:lnTo>
                <a:lnTo>
                  <a:pt x="8172" y="109793"/>
                </a:lnTo>
                <a:lnTo>
                  <a:pt x="30939" y="65727"/>
                </a:lnTo>
                <a:lnTo>
                  <a:pt x="65672" y="30975"/>
                </a:lnTo>
                <a:lnTo>
                  <a:pt x="109744" y="8184"/>
                </a:lnTo>
                <a:lnTo>
                  <a:pt x="160527" y="0"/>
                </a:lnTo>
                <a:lnTo>
                  <a:pt x="1390396" y="0"/>
                </a:lnTo>
                <a:close/>
              </a:path>
            </a:pathLst>
          </a:custGeom>
          <a:ln w="12700">
            <a:solidFill>
              <a:srgbClr val="204685"/>
            </a:solidFill>
          </a:ln>
        </p:spPr>
        <p:txBody>
          <a:bodyPr wrap="square" lIns="0" tIns="0" rIns="0" bIns="0" rtlCol="0"/>
          <a:lstStyle/>
          <a:p>
            <a:endParaRPr/>
          </a:p>
        </p:txBody>
      </p:sp>
      <p:sp>
        <p:nvSpPr>
          <p:cNvPr id="86" name="object 98">
            <a:extLst>
              <a:ext uri="{FF2B5EF4-FFF2-40B4-BE49-F238E27FC236}">
                <a16:creationId xmlns:a16="http://schemas.microsoft.com/office/drawing/2014/main" id="{CECCC274-BE36-4EB2-8AD1-B0AA67FF93B3}"/>
              </a:ext>
            </a:extLst>
          </p:cNvPr>
          <p:cNvSpPr/>
          <p:nvPr/>
        </p:nvSpPr>
        <p:spPr>
          <a:xfrm>
            <a:off x="8703311" y="4430280"/>
            <a:ext cx="1551305" cy="305435"/>
          </a:xfrm>
          <a:custGeom>
            <a:avLst/>
            <a:gdLst/>
            <a:ahLst/>
            <a:cxnLst/>
            <a:rect l="l" t="t" r="r" b="b"/>
            <a:pathLst>
              <a:path w="1551304" h="305435">
                <a:moveTo>
                  <a:pt x="1398651" y="0"/>
                </a:moveTo>
                <a:lnTo>
                  <a:pt x="152526" y="0"/>
                </a:lnTo>
                <a:lnTo>
                  <a:pt x="104331" y="7778"/>
                </a:lnTo>
                <a:lnTo>
                  <a:pt x="62462" y="29431"/>
                </a:lnTo>
                <a:lnTo>
                  <a:pt x="29439" y="62435"/>
                </a:lnTo>
                <a:lnTo>
                  <a:pt x="7779" y="104265"/>
                </a:lnTo>
                <a:lnTo>
                  <a:pt x="0" y="152399"/>
                </a:lnTo>
                <a:lnTo>
                  <a:pt x="7779" y="200595"/>
                </a:lnTo>
                <a:lnTo>
                  <a:pt x="29439" y="242464"/>
                </a:lnTo>
                <a:lnTo>
                  <a:pt x="62462" y="275487"/>
                </a:lnTo>
                <a:lnTo>
                  <a:pt x="104331" y="297147"/>
                </a:lnTo>
                <a:lnTo>
                  <a:pt x="152526" y="304926"/>
                </a:lnTo>
                <a:lnTo>
                  <a:pt x="1398651" y="304926"/>
                </a:lnTo>
                <a:lnTo>
                  <a:pt x="1446833" y="297147"/>
                </a:lnTo>
                <a:lnTo>
                  <a:pt x="1488670" y="275487"/>
                </a:lnTo>
                <a:lnTo>
                  <a:pt x="1521656" y="242464"/>
                </a:lnTo>
                <a:lnTo>
                  <a:pt x="1543284" y="200595"/>
                </a:lnTo>
                <a:lnTo>
                  <a:pt x="1551051" y="152399"/>
                </a:lnTo>
                <a:lnTo>
                  <a:pt x="1543284" y="104265"/>
                </a:lnTo>
                <a:lnTo>
                  <a:pt x="1521656" y="62435"/>
                </a:lnTo>
                <a:lnTo>
                  <a:pt x="1488670" y="29431"/>
                </a:lnTo>
                <a:lnTo>
                  <a:pt x="1446833" y="7778"/>
                </a:lnTo>
                <a:lnTo>
                  <a:pt x="1398651" y="0"/>
                </a:lnTo>
                <a:close/>
              </a:path>
            </a:pathLst>
          </a:custGeom>
          <a:solidFill>
            <a:srgbClr val="2E6E94"/>
          </a:solidFill>
        </p:spPr>
        <p:txBody>
          <a:bodyPr wrap="square" lIns="0" tIns="0" rIns="0" bIns="0" rtlCol="0"/>
          <a:lstStyle/>
          <a:p>
            <a:endParaRPr/>
          </a:p>
        </p:txBody>
      </p:sp>
      <p:sp>
        <p:nvSpPr>
          <p:cNvPr id="87" name="object 99">
            <a:extLst>
              <a:ext uri="{FF2B5EF4-FFF2-40B4-BE49-F238E27FC236}">
                <a16:creationId xmlns:a16="http://schemas.microsoft.com/office/drawing/2014/main" id="{FF401A74-51A0-49DF-9954-33DB9D235AA9}"/>
              </a:ext>
            </a:extLst>
          </p:cNvPr>
          <p:cNvSpPr/>
          <p:nvPr/>
        </p:nvSpPr>
        <p:spPr>
          <a:xfrm>
            <a:off x="8703311" y="4430280"/>
            <a:ext cx="1551305" cy="305435"/>
          </a:xfrm>
          <a:custGeom>
            <a:avLst/>
            <a:gdLst/>
            <a:ahLst/>
            <a:cxnLst/>
            <a:rect l="l" t="t" r="r" b="b"/>
            <a:pathLst>
              <a:path w="1551304" h="305435">
                <a:moveTo>
                  <a:pt x="1398651" y="0"/>
                </a:moveTo>
                <a:lnTo>
                  <a:pt x="1446833" y="7778"/>
                </a:lnTo>
                <a:lnTo>
                  <a:pt x="1488670" y="29431"/>
                </a:lnTo>
                <a:lnTo>
                  <a:pt x="1521656" y="62435"/>
                </a:lnTo>
                <a:lnTo>
                  <a:pt x="1543284" y="104265"/>
                </a:lnTo>
                <a:lnTo>
                  <a:pt x="1551051" y="152399"/>
                </a:lnTo>
                <a:lnTo>
                  <a:pt x="1543284" y="200595"/>
                </a:lnTo>
                <a:lnTo>
                  <a:pt x="1521656" y="242464"/>
                </a:lnTo>
                <a:lnTo>
                  <a:pt x="1488670" y="275487"/>
                </a:lnTo>
                <a:lnTo>
                  <a:pt x="1446833" y="297147"/>
                </a:lnTo>
                <a:lnTo>
                  <a:pt x="1398651" y="304926"/>
                </a:lnTo>
                <a:lnTo>
                  <a:pt x="152526" y="304926"/>
                </a:lnTo>
                <a:lnTo>
                  <a:pt x="104331" y="297147"/>
                </a:lnTo>
                <a:lnTo>
                  <a:pt x="62462" y="275487"/>
                </a:lnTo>
                <a:lnTo>
                  <a:pt x="29439" y="242464"/>
                </a:lnTo>
                <a:lnTo>
                  <a:pt x="7779" y="200595"/>
                </a:lnTo>
                <a:lnTo>
                  <a:pt x="0" y="152399"/>
                </a:lnTo>
                <a:lnTo>
                  <a:pt x="7779" y="104265"/>
                </a:lnTo>
                <a:lnTo>
                  <a:pt x="29439" y="62435"/>
                </a:lnTo>
                <a:lnTo>
                  <a:pt x="62462" y="29431"/>
                </a:lnTo>
                <a:lnTo>
                  <a:pt x="104331" y="7778"/>
                </a:lnTo>
                <a:lnTo>
                  <a:pt x="152526" y="0"/>
                </a:lnTo>
                <a:lnTo>
                  <a:pt x="1398651" y="0"/>
                </a:lnTo>
                <a:close/>
              </a:path>
            </a:pathLst>
          </a:custGeom>
          <a:ln w="12700">
            <a:solidFill>
              <a:srgbClr val="172C51"/>
            </a:solidFill>
          </a:ln>
        </p:spPr>
        <p:txBody>
          <a:bodyPr wrap="square" lIns="0" tIns="0" rIns="0" bIns="0" rtlCol="0"/>
          <a:lstStyle/>
          <a:p>
            <a:endParaRPr/>
          </a:p>
        </p:txBody>
      </p:sp>
      <p:sp>
        <p:nvSpPr>
          <p:cNvPr id="88" name="object 100">
            <a:extLst>
              <a:ext uri="{FF2B5EF4-FFF2-40B4-BE49-F238E27FC236}">
                <a16:creationId xmlns:a16="http://schemas.microsoft.com/office/drawing/2014/main" id="{82F69ED9-E3E4-43F9-A199-209424D6426A}"/>
              </a:ext>
            </a:extLst>
          </p:cNvPr>
          <p:cNvSpPr/>
          <p:nvPr/>
        </p:nvSpPr>
        <p:spPr>
          <a:xfrm>
            <a:off x="8931528" y="4455171"/>
            <a:ext cx="1084326" cy="304038"/>
          </a:xfrm>
          <a:prstGeom prst="rect">
            <a:avLst/>
          </a:prstGeom>
          <a:blipFill>
            <a:blip r:embed="rId23" cstate="print"/>
            <a:stretch>
              <a:fillRect/>
            </a:stretch>
          </a:blipFill>
        </p:spPr>
        <p:txBody>
          <a:bodyPr wrap="square" lIns="0" tIns="0" rIns="0" bIns="0" rtlCol="0"/>
          <a:lstStyle/>
          <a:p>
            <a:endParaRPr/>
          </a:p>
        </p:txBody>
      </p:sp>
      <p:sp>
        <p:nvSpPr>
          <p:cNvPr id="89" name="object 101">
            <a:extLst>
              <a:ext uri="{FF2B5EF4-FFF2-40B4-BE49-F238E27FC236}">
                <a16:creationId xmlns:a16="http://schemas.microsoft.com/office/drawing/2014/main" id="{B7FC0099-AD8D-4D22-9400-7E93E682C4E0}"/>
              </a:ext>
            </a:extLst>
          </p:cNvPr>
          <p:cNvSpPr txBox="1"/>
          <p:nvPr/>
        </p:nvSpPr>
        <p:spPr>
          <a:xfrm>
            <a:off x="8833486" y="4486666"/>
            <a:ext cx="1202055" cy="1496060"/>
          </a:xfrm>
          <a:prstGeom prst="rect">
            <a:avLst/>
          </a:prstGeom>
        </p:spPr>
        <p:txBody>
          <a:bodyPr vert="horz" wrap="square" lIns="0" tIns="13335" rIns="0" bIns="0" rtlCol="0">
            <a:spAutoFit/>
          </a:bodyPr>
          <a:lstStyle/>
          <a:p>
            <a:pPr marL="184785">
              <a:spcBef>
                <a:spcPts val="105"/>
              </a:spcBef>
            </a:pPr>
            <a:r>
              <a:rPr sz="1050" b="1" spc="-5" dirty="0">
                <a:solidFill>
                  <a:srgbClr val="FFFFFF"/>
                </a:solidFill>
                <a:latin typeface="맑은 고딕"/>
                <a:cs typeface="맑은 고딕"/>
              </a:rPr>
              <a:t>User</a:t>
            </a:r>
            <a:r>
              <a:rPr sz="1050" b="1" spc="-30" dirty="0">
                <a:solidFill>
                  <a:srgbClr val="FFFFFF"/>
                </a:solidFill>
                <a:latin typeface="맑은 고딕"/>
                <a:cs typeface="맑은 고딕"/>
              </a:rPr>
              <a:t> </a:t>
            </a:r>
            <a:r>
              <a:rPr sz="1050" b="1" dirty="0">
                <a:solidFill>
                  <a:srgbClr val="FFFFFF"/>
                </a:solidFill>
                <a:latin typeface="맑은 고딕"/>
                <a:cs typeface="맑은 고딕"/>
              </a:rPr>
              <a:t>Manager</a:t>
            </a:r>
            <a:endParaRPr sz="1050">
              <a:latin typeface="맑은 고딕"/>
              <a:cs typeface="맑은 고딕"/>
            </a:endParaRPr>
          </a:p>
          <a:p>
            <a:pPr marL="12700" marR="5080">
              <a:lnSpc>
                <a:spcPct val="130000"/>
              </a:lnSpc>
              <a:spcBef>
                <a:spcPts val="950"/>
              </a:spcBef>
            </a:pPr>
            <a:r>
              <a:rPr sz="1000" spc="-5" dirty="0">
                <a:latin typeface="맑은 고딕"/>
                <a:cs typeface="맑은 고딕"/>
              </a:rPr>
              <a:t>사용자 관리 :  </a:t>
            </a:r>
            <a:r>
              <a:rPr sz="1000" spc="-10" dirty="0">
                <a:latin typeface="맑은 고딕"/>
                <a:cs typeface="맑은 고딕"/>
              </a:rPr>
              <a:t>Kubeflow를 </a:t>
            </a:r>
            <a:r>
              <a:rPr sz="1000" spc="-5" dirty="0">
                <a:latin typeface="맑은 고딕"/>
                <a:cs typeface="맑은 고딕"/>
              </a:rPr>
              <a:t>사용할  수 있는 사용자 계정  을 만들고 관리,</a:t>
            </a:r>
            <a:r>
              <a:rPr sz="1000" spc="-60" dirty="0">
                <a:latin typeface="맑은 고딕"/>
                <a:cs typeface="맑은 고딕"/>
              </a:rPr>
              <a:t> </a:t>
            </a:r>
            <a:r>
              <a:rPr sz="1000" spc="-5" dirty="0">
                <a:latin typeface="맑은 고딕"/>
                <a:cs typeface="맑은 고딕"/>
              </a:rPr>
              <a:t>계정  별로 사용할 수 있는  자원을 할당</a:t>
            </a:r>
            <a:endParaRPr sz="1000">
              <a:latin typeface="맑은 고딕"/>
              <a:cs typeface="맑은 고딕"/>
            </a:endParaRPr>
          </a:p>
        </p:txBody>
      </p:sp>
    </p:spTree>
    <p:extLst>
      <p:ext uri="{BB962C8B-B14F-4D97-AF65-F5344CB8AC3E}">
        <p14:creationId xmlns:p14="http://schemas.microsoft.com/office/powerpoint/2010/main" val="24057256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a:extLst>
              <a:ext uri="{FF2B5EF4-FFF2-40B4-BE49-F238E27FC236}">
                <a16:creationId xmlns:a16="http://schemas.microsoft.com/office/drawing/2014/main" id="{361A03C6-FD3B-4A62-BDAD-BB5261DBF678}"/>
              </a:ext>
            </a:extLst>
          </p:cNvPr>
          <p:cNvSpPr>
            <a:spLocks noGrp="1"/>
          </p:cNvSpPr>
          <p:nvPr>
            <p:ph type="sldNum" sz="quarter" idx="12"/>
          </p:nvPr>
        </p:nvSpPr>
        <p:spPr/>
        <p:txBody>
          <a:bodyPr/>
          <a:lstStyle/>
          <a:p>
            <a:fld id="{60713B85-413F-4AF8-87EF-6B2EC5D22D3F}" type="slidenum">
              <a:rPr lang="ko-KR" altLang="en-US" smtClean="0"/>
              <a:pPr/>
              <a:t>25</a:t>
            </a:fld>
            <a:endParaRPr lang="ko-KR" altLang="en-US" dirty="0"/>
          </a:p>
        </p:txBody>
      </p:sp>
      <p:sp>
        <p:nvSpPr>
          <p:cNvPr id="5" name="제목 4">
            <a:extLst>
              <a:ext uri="{FF2B5EF4-FFF2-40B4-BE49-F238E27FC236}">
                <a16:creationId xmlns:a16="http://schemas.microsoft.com/office/drawing/2014/main" id="{4E7C6E9A-33F9-4C2A-8E69-210977D4F788}"/>
              </a:ext>
            </a:extLst>
          </p:cNvPr>
          <p:cNvSpPr>
            <a:spLocks noGrp="1"/>
          </p:cNvSpPr>
          <p:nvPr>
            <p:ph type="title"/>
          </p:nvPr>
        </p:nvSpPr>
        <p:spPr/>
        <p:txBody>
          <a:bodyPr/>
          <a:lstStyle/>
          <a:p>
            <a:r>
              <a:rPr lang="en-US" altLang="ko-KR" dirty="0"/>
              <a:t>CUDA</a:t>
            </a:r>
            <a:r>
              <a:rPr lang="ko-KR" altLang="en-US" dirty="0"/>
              <a:t> </a:t>
            </a:r>
            <a:r>
              <a:rPr lang="en-US" altLang="ko-KR" dirty="0"/>
              <a:t>Python ?</a:t>
            </a:r>
            <a:endParaRPr lang="ko-KR" altLang="en-US" dirty="0"/>
          </a:p>
        </p:txBody>
      </p:sp>
    </p:spTree>
    <p:extLst>
      <p:ext uri="{BB962C8B-B14F-4D97-AF65-F5344CB8AC3E}">
        <p14:creationId xmlns:p14="http://schemas.microsoft.com/office/powerpoint/2010/main" val="31633270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4C20A0AB-7C42-4198-9C4D-28BD2A06485B}"/>
              </a:ext>
            </a:extLst>
          </p:cNvPr>
          <p:cNvSpPr>
            <a:spLocks noGrp="1"/>
          </p:cNvSpPr>
          <p:nvPr>
            <p:ph idx="1"/>
          </p:nvPr>
        </p:nvSpPr>
        <p:spPr>
          <a:xfrm>
            <a:off x="480768" y="1295407"/>
            <a:ext cx="8012784" cy="5303356"/>
          </a:xfrm>
        </p:spPr>
        <p:txBody>
          <a:bodyPr>
            <a:normAutofit fontScale="92500" lnSpcReduction="20000"/>
          </a:bodyPr>
          <a:lstStyle/>
          <a:p>
            <a:r>
              <a:rPr lang="en-US" altLang="ko-KR" sz="2000" b="0" dirty="0"/>
              <a:t> GPU </a:t>
            </a:r>
            <a:r>
              <a:rPr lang="ko-KR" altLang="en-US" sz="2000" b="0" dirty="0"/>
              <a:t>프로그래밍 모델은 </a:t>
            </a:r>
            <a:r>
              <a:rPr lang="en-US" altLang="ko-KR" sz="2000" b="0" dirty="0"/>
              <a:t>CPU(Host) </a:t>
            </a:r>
            <a:r>
              <a:rPr lang="ko-KR" altLang="en-US" sz="2000" b="0" dirty="0"/>
              <a:t>와 </a:t>
            </a:r>
            <a:r>
              <a:rPr lang="en-US" altLang="ko-KR" sz="2000" b="0" dirty="0"/>
              <a:t>GPU(Device) </a:t>
            </a:r>
            <a:r>
              <a:rPr lang="ko-KR" altLang="en-US" sz="2000" b="0" dirty="0"/>
              <a:t>가 서로 다른 역할을 분담하며</a:t>
            </a:r>
            <a:r>
              <a:rPr lang="en-US" altLang="ko-KR" sz="2000" b="0" dirty="0"/>
              <a:t>, </a:t>
            </a:r>
            <a:r>
              <a:rPr lang="ko-KR" altLang="en-US" sz="2000" b="0" dirty="0"/>
              <a:t>커널</a:t>
            </a:r>
            <a:r>
              <a:rPr lang="en-US" altLang="ko-KR" sz="2000" b="0" dirty="0"/>
              <a:t>(kernel) </a:t>
            </a:r>
            <a:r>
              <a:rPr lang="ko-KR" altLang="en-US" sz="2000" b="0" dirty="0"/>
              <a:t>실행 단위를 중심으로 병렬 연산을 수행하도록 설계되어 있다</a:t>
            </a:r>
            <a:r>
              <a:rPr lang="en-US" altLang="ko-KR" sz="2000" b="0" dirty="0"/>
              <a:t>. </a:t>
            </a:r>
            <a:r>
              <a:rPr lang="en-US" altLang="ko-KR" sz="1900" b="0" dirty="0">
                <a:sym typeface="Wingdings" panose="05000000000000000000" pitchFamily="2" charset="2"/>
              </a:rPr>
              <a:t> </a:t>
            </a:r>
            <a:r>
              <a:rPr lang="en-US" altLang="ko-KR" sz="1900" b="0" dirty="0"/>
              <a:t>SIMD(Single Instruction, Multiple Data) </a:t>
            </a:r>
            <a:r>
              <a:rPr lang="ko-KR" altLang="en-US" sz="1900" b="0" dirty="0"/>
              <a:t>실행구조</a:t>
            </a:r>
            <a:endParaRPr lang="en-US" altLang="ko-KR" sz="2000" b="0" dirty="0"/>
          </a:p>
          <a:p>
            <a:r>
              <a:rPr lang="en-US" altLang="ko-KR" sz="2000" b="0" dirty="0"/>
              <a:t>Host</a:t>
            </a:r>
            <a:r>
              <a:rPr lang="ko-KR" altLang="en-US" sz="2000" b="0" dirty="0"/>
              <a:t>와 </a:t>
            </a:r>
            <a:r>
              <a:rPr lang="en-US" altLang="ko-KR" sz="2000" b="0" dirty="0"/>
              <a:t>Device</a:t>
            </a:r>
            <a:r>
              <a:rPr lang="ko-KR" altLang="en-US" sz="2000" b="0" dirty="0"/>
              <a:t>의 기본 역할 분담</a:t>
            </a:r>
            <a:r>
              <a:rPr lang="en-US" altLang="ko-KR" sz="2000" b="0" dirty="0"/>
              <a:t>: Host</a:t>
            </a:r>
            <a:r>
              <a:rPr lang="ko-KR" altLang="en-US" sz="2000" b="0" dirty="0"/>
              <a:t>가 전체 알고리즘을 조율하고</a:t>
            </a:r>
            <a:r>
              <a:rPr lang="en-US" altLang="ko-KR" sz="2000" b="0" dirty="0"/>
              <a:t>, GPU</a:t>
            </a:r>
            <a:r>
              <a:rPr lang="ko-KR" altLang="en-US" sz="2000" b="0" dirty="0"/>
              <a:t>는 </a:t>
            </a:r>
            <a:r>
              <a:rPr lang="en-US" altLang="ko-KR" sz="2000" b="0" dirty="0"/>
              <a:t>Host</a:t>
            </a:r>
            <a:r>
              <a:rPr lang="ko-KR" altLang="en-US" sz="2000" b="0" dirty="0"/>
              <a:t>가 요청한 특정 커널을 실행하는 구조이다</a:t>
            </a:r>
            <a:r>
              <a:rPr lang="en-US" altLang="ko-KR" sz="2000" b="0" dirty="0"/>
              <a:t>.</a:t>
            </a:r>
          </a:p>
          <a:p>
            <a:r>
              <a:rPr lang="en-US" altLang="ko-KR" sz="2000" b="0" dirty="0"/>
              <a:t>Host(CPU)</a:t>
            </a:r>
          </a:p>
          <a:p>
            <a:pPr lvl="1"/>
            <a:r>
              <a:rPr lang="ko-KR" altLang="en-US" sz="1700" b="0" dirty="0"/>
              <a:t>프로그램의 전체 제어 흐름을 관리</a:t>
            </a:r>
            <a:endParaRPr lang="en-US" altLang="ko-KR" sz="1700" b="0" dirty="0"/>
          </a:p>
          <a:p>
            <a:pPr lvl="1"/>
            <a:r>
              <a:rPr lang="ko-KR" altLang="en-US" sz="1700" b="0" dirty="0"/>
              <a:t>커널 실행</a:t>
            </a:r>
            <a:r>
              <a:rPr lang="en-US" altLang="ko-KR" sz="1700" b="0" dirty="0"/>
              <a:t>(configuration </a:t>
            </a:r>
            <a:r>
              <a:rPr lang="ko-KR" altLang="en-US" sz="1700" b="0" dirty="0"/>
              <a:t>포함</a:t>
            </a:r>
            <a:r>
              <a:rPr lang="en-US" altLang="ko-KR" sz="1700" b="0" dirty="0"/>
              <a:t>)</a:t>
            </a:r>
            <a:r>
              <a:rPr lang="ko-KR" altLang="en-US" sz="1700" b="0" dirty="0"/>
              <a:t>을 지시</a:t>
            </a:r>
            <a:endParaRPr lang="en-US" altLang="ko-KR" sz="1700" b="0" dirty="0"/>
          </a:p>
          <a:p>
            <a:pPr lvl="1"/>
            <a:r>
              <a:rPr lang="en-US" altLang="ko-KR" sz="1700" b="0" dirty="0"/>
              <a:t>GPU </a:t>
            </a:r>
            <a:r>
              <a:rPr lang="ko-KR" altLang="en-US" sz="1700" b="0" dirty="0"/>
              <a:t>메모리 관리 및 데이터 전송 담당</a:t>
            </a:r>
            <a:endParaRPr lang="en-US" altLang="ko-KR" sz="1700" b="0" dirty="0"/>
          </a:p>
          <a:p>
            <a:pPr lvl="1"/>
            <a:r>
              <a:rPr lang="ko-KR" altLang="en-US" sz="1700" b="0" dirty="0"/>
              <a:t>여러 커널을 실행 순서대로 혹은 병렬로 스케줄링</a:t>
            </a:r>
            <a:endParaRPr lang="en-US" altLang="ko-KR" sz="1700" b="0" dirty="0"/>
          </a:p>
          <a:p>
            <a:r>
              <a:rPr lang="en-US" altLang="ko-KR" sz="2000" b="0" dirty="0"/>
              <a:t>Device(GPU)</a:t>
            </a:r>
          </a:p>
          <a:p>
            <a:pPr lvl="1"/>
            <a:r>
              <a:rPr lang="en-US" altLang="ko-KR" sz="1700" dirty="0"/>
              <a:t>Host</a:t>
            </a:r>
            <a:r>
              <a:rPr lang="ko-KR" altLang="en-US" sz="1700" dirty="0"/>
              <a:t>가 </a:t>
            </a:r>
            <a:r>
              <a:rPr lang="en-US" altLang="ko-KR" sz="1700" dirty="0"/>
              <a:t>launch</a:t>
            </a:r>
            <a:r>
              <a:rPr lang="ko-KR" altLang="en-US" sz="1700" dirty="0"/>
              <a:t>한 하나의 </a:t>
            </a:r>
            <a:r>
              <a:rPr lang="en-US" altLang="ko-KR" sz="1700" dirty="0"/>
              <a:t>kernel </a:t>
            </a:r>
            <a:r>
              <a:rPr lang="ko-KR" altLang="en-US" sz="1700" dirty="0"/>
              <a:t>정의에 따라 대규모 병렬 실행</a:t>
            </a:r>
            <a:endParaRPr lang="en-US" altLang="ko-KR" sz="1700" dirty="0"/>
          </a:p>
          <a:p>
            <a:pPr lvl="1"/>
            <a:r>
              <a:rPr lang="ko-KR" altLang="en-US" sz="1700" dirty="0"/>
              <a:t>스스로 제어 흐름을 바꾸지 않음</a:t>
            </a:r>
            <a:endParaRPr lang="en-US" altLang="ko-KR" sz="1700" dirty="0"/>
          </a:p>
          <a:p>
            <a:pPr lvl="1"/>
            <a:r>
              <a:rPr lang="ko-KR" altLang="en-US" sz="1700" dirty="0"/>
              <a:t>제공된 </a:t>
            </a:r>
            <a:r>
              <a:rPr lang="en-US" altLang="ko-KR" sz="1700" dirty="0"/>
              <a:t>grid/block/thread </a:t>
            </a:r>
            <a:r>
              <a:rPr lang="ko-KR" altLang="en-US" sz="1700" dirty="0"/>
              <a:t>구성을 기반으로 연산 수행</a:t>
            </a:r>
            <a:endParaRPr lang="en-US" altLang="ko-KR" sz="1700" dirty="0"/>
          </a:p>
          <a:p>
            <a:r>
              <a:rPr lang="ko-KR" altLang="en-US" sz="2000" b="0" dirty="0"/>
              <a:t>즉</a:t>
            </a:r>
            <a:r>
              <a:rPr lang="en-US" altLang="ko-KR" sz="2000" b="0" dirty="0"/>
              <a:t>, GPU</a:t>
            </a:r>
            <a:r>
              <a:rPr lang="ko-KR" altLang="en-US" sz="2000" b="0" dirty="0"/>
              <a:t>는 </a:t>
            </a:r>
            <a:r>
              <a:rPr lang="ko-KR" altLang="en-US" sz="2000" dirty="0"/>
              <a:t>“호스트가 실행 요청할 때마다 동일한 명령 집합을 여러 데이터에 병렬로 적용하는 </a:t>
            </a:r>
            <a:r>
              <a:rPr lang="ko-KR" altLang="en-US" sz="2000" dirty="0" err="1"/>
              <a:t>장치”</a:t>
            </a:r>
            <a:r>
              <a:rPr lang="ko-KR" altLang="en-US" sz="2000" b="0" dirty="0" err="1"/>
              <a:t>로</a:t>
            </a:r>
            <a:r>
              <a:rPr lang="ko-KR" altLang="en-US" sz="2000" b="0" dirty="0"/>
              <a:t> 이해할 수 있다</a:t>
            </a:r>
            <a:r>
              <a:rPr lang="en-US" altLang="ko-KR" sz="2000" b="0" dirty="0"/>
              <a:t>.</a:t>
            </a:r>
            <a:endParaRPr lang="ko-KR" altLang="en-US" sz="2000" b="0" dirty="0"/>
          </a:p>
        </p:txBody>
      </p:sp>
      <p:sp>
        <p:nvSpPr>
          <p:cNvPr id="3" name="슬라이드 번호 개체 틀 2">
            <a:extLst>
              <a:ext uri="{FF2B5EF4-FFF2-40B4-BE49-F238E27FC236}">
                <a16:creationId xmlns:a16="http://schemas.microsoft.com/office/drawing/2014/main" id="{58AA59A7-520E-4C4F-95CF-DFBD1AA1DA4A}"/>
              </a:ext>
            </a:extLst>
          </p:cNvPr>
          <p:cNvSpPr>
            <a:spLocks noGrp="1"/>
          </p:cNvSpPr>
          <p:nvPr>
            <p:ph type="sldNum" sz="quarter" idx="12"/>
          </p:nvPr>
        </p:nvSpPr>
        <p:spPr/>
        <p:txBody>
          <a:bodyPr/>
          <a:lstStyle/>
          <a:p>
            <a:fld id="{60713B85-413F-4AF8-87EF-6B2EC5D22D3F}" type="slidenum">
              <a:rPr lang="ko-KR" altLang="en-US" smtClean="0"/>
              <a:pPr/>
              <a:t>26</a:t>
            </a:fld>
            <a:endParaRPr lang="ko-KR" altLang="en-US" dirty="0"/>
          </a:p>
        </p:txBody>
      </p:sp>
      <p:sp>
        <p:nvSpPr>
          <p:cNvPr id="4" name="제목 3">
            <a:extLst>
              <a:ext uri="{FF2B5EF4-FFF2-40B4-BE49-F238E27FC236}">
                <a16:creationId xmlns:a16="http://schemas.microsoft.com/office/drawing/2014/main" id="{E5706B64-B108-4EFC-B246-B025795C6577}"/>
              </a:ext>
            </a:extLst>
          </p:cNvPr>
          <p:cNvSpPr>
            <a:spLocks noGrp="1"/>
          </p:cNvSpPr>
          <p:nvPr>
            <p:ph type="title"/>
          </p:nvPr>
        </p:nvSpPr>
        <p:spPr/>
        <p:txBody>
          <a:bodyPr/>
          <a:lstStyle/>
          <a:p>
            <a:r>
              <a:rPr lang="en-US" altLang="ko-KR" dirty="0"/>
              <a:t>GPU Programming Model</a:t>
            </a:r>
            <a:endParaRPr lang="ko-KR" altLang="en-US" dirty="0"/>
          </a:p>
        </p:txBody>
      </p:sp>
      <p:pic>
        <p:nvPicPr>
          <p:cNvPr id="6" name="그림 5">
            <a:extLst>
              <a:ext uri="{FF2B5EF4-FFF2-40B4-BE49-F238E27FC236}">
                <a16:creationId xmlns:a16="http://schemas.microsoft.com/office/drawing/2014/main" id="{9B9EF571-D86D-4F7B-B6A0-AB1CBD8992D4}"/>
              </a:ext>
            </a:extLst>
          </p:cNvPr>
          <p:cNvPicPr>
            <a:picLocks noChangeAspect="1"/>
          </p:cNvPicPr>
          <p:nvPr/>
        </p:nvPicPr>
        <p:blipFill>
          <a:blip r:embed="rId2"/>
          <a:stretch>
            <a:fillRect/>
          </a:stretch>
        </p:blipFill>
        <p:spPr>
          <a:xfrm>
            <a:off x="8493551" y="993798"/>
            <a:ext cx="3698449" cy="2153207"/>
          </a:xfrm>
          <a:prstGeom prst="rect">
            <a:avLst/>
          </a:prstGeom>
        </p:spPr>
      </p:pic>
      <p:sp>
        <p:nvSpPr>
          <p:cNvPr id="5" name="TextBox 4">
            <a:extLst>
              <a:ext uri="{FF2B5EF4-FFF2-40B4-BE49-F238E27FC236}">
                <a16:creationId xmlns:a16="http://schemas.microsoft.com/office/drawing/2014/main" id="{D49B032C-F463-4036-9A57-471401BAAB10}"/>
              </a:ext>
            </a:extLst>
          </p:cNvPr>
          <p:cNvSpPr txBox="1"/>
          <p:nvPr/>
        </p:nvSpPr>
        <p:spPr>
          <a:xfrm>
            <a:off x="8229601" y="3544478"/>
            <a:ext cx="3864990" cy="1477328"/>
          </a:xfrm>
          <a:prstGeom prst="rect">
            <a:avLst/>
          </a:prstGeom>
          <a:noFill/>
        </p:spPr>
        <p:txBody>
          <a:bodyPr wrap="square" rtlCol="0">
            <a:spAutoFit/>
          </a:bodyPr>
          <a:lstStyle/>
          <a:p>
            <a:pPr marL="285750" indent="-285750">
              <a:buFontTx/>
              <a:buChar char="-"/>
            </a:pPr>
            <a:r>
              <a:rPr lang="en-US" altLang="ko-KR" dirty="0"/>
              <a:t>Grid/Block/Thread:</a:t>
            </a:r>
            <a:r>
              <a:rPr lang="ko-KR" altLang="en-US" dirty="0"/>
              <a:t> 실제로는 물리적인 객체가 아니라 실행 시점에 </a:t>
            </a:r>
            <a:r>
              <a:rPr lang="en-US" altLang="ko-KR" dirty="0"/>
              <a:t>GPU</a:t>
            </a:r>
            <a:r>
              <a:rPr lang="ko-KR" altLang="en-US" dirty="0"/>
              <a:t>가 </a:t>
            </a:r>
            <a:r>
              <a:rPr lang="ko-KR" altLang="en-US" dirty="0" err="1"/>
              <a:t>스케줄링하는</a:t>
            </a:r>
            <a:r>
              <a:rPr lang="ko-KR" altLang="en-US" dirty="0"/>
              <a:t> 논리적 단위</a:t>
            </a:r>
            <a:endParaRPr lang="en-US" altLang="ko-KR" dirty="0"/>
          </a:p>
          <a:p>
            <a:pPr marL="285750" indent="-285750">
              <a:buFontTx/>
              <a:buChar char="-"/>
            </a:pPr>
            <a:r>
              <a:rPr lang="ko-KR" altLang="en-US" dirty="0"/>
              <a:t>매 </a:t>
            </a:r>
            <a:r>
              <a:rPr lang="en-US" altLang="ko-KR" dirty="0"/>
              <a:t>kernel launch</a:t>
            </a:r>
            <a:r>
              <a:rPr lang="ko-KR" altLang="en-US" dirty="0"/>
              <a:t>마다 새로운 </a:t>
            </a:r>
            <a:r>
              <a:rPr lang="en-US" altLang="ko-KR" dirty="0"/>
              <a:t>Grid/Block </a:t>
            </a:r>
            <a:r>
              <a:rPr lang="ko-KR" altLang="en-US" dirty="0"/>
              <a:t>구성이 “</a:t>
            </a:r>
            <a:r>
              <a:rPr lang="ko-KR" altLang="en-US" dirty="0" err="1"/>
              <a:t>생성”된다</a:t>
            </a:r>
            <a:r>
              <a:rPr lang="en-US" altLang="ko-KR" dirty="0"/>
              <a:t>.</a:t>
            </a:r>
            <a:endParaRPr lang="ko-KR" altLang="en-US" dirty="0"/>
          </a:p>
        </p:txBody>
      </p:sp>
    </p:spTree>
    <p:extLst>
      <p:ext uri="{BB962C8B-B14F-4D97-AF65-F5344CB8AC3E}">
        <p14:creationId xmlns:p14="http://schemas.microsoft.com/office/powerpoint/2010/main" val="15443014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4C20A0AB-7C42-4198-9C4D-28BD2A06485B}"/>
              </a:ext>
            </a:extLst>
          </p:cNvPr>
          <p:cNvSpPr>
            <a:spLocks noGrp="1"/>
          </p:cNvSpPr>
          <p:nvPr>
            <p:ph idx="1"/>
          </p:nvPr>
        </p:nvSpPr>
        <p:spPr>
          <a:xfrm>
            <a:off x="622170" y="1295407"/>
            <a:ext cx="5910605" cy="5175238"/>
          </a:xfrm>
        </p:spPr>
        <p:txBody>
          <a:bodyPr>
            <a:normAutofit fontScale="92500" lnSpcReduction="10000"/>
          </a:bodyPr>
          <a:lstStyle/>
          <a:p>
            <a:r>
              <a:rPr lang="en-US" altLang="ko-KR" sz="2000" b="0" dirty="0"/>
              <a:t>we lay out our program as a "grid," where each "block" in the grid works on its own SM and has its own dedicated memory. </a:t>
            </a:r>
          </a:p>
          <a:p>
            <a:r>
              <a:rPr lang="en-US" altLang="ko-KR" sz="2000" b="0" dirty="0"/>
              <a:t>Within each block, we also have a number of threads (also laid out in a grid) that will each simultaneously execute our program, which we call a "kernel." </a:t>
            </a:r>
          </a:p>
          <a:p>
            <a:r>
              <a:rPr lang="en-US" altLang="ko-KR" sz="2000" b="0" dirty="0"/>
              <a:t>When we decide on such a layout, we can largely rely on whatever layout is most intuitive for the problem at hand, and the hardware driver will take care of the rest.</a:t>
            </a:r>
          </a:p>
          <a:p>
            <a:r>
              <a:rPr lang="en-US" altLang="ko-KR" sz="2000" b="0" dirty="0"/>
              <a:t>If we use more blocks than available SMs, then those remaining blocks will simply be queued and run as soon as an existing one is free. If we use more threads than available, then those existing threads will be queued up as well. </a:t>
            </a:r>
            <a:endParaRPr lang="ko-KR" altLang="en-US" sz="2000" b="0" dirty="0"/>
          </a:p>
        </p:txBody>
      </p:sp>
      <p:sp>
        <p:nvSpPr>
          <p:cNvPr id="3" name="슬라이드 번호 개체 틀 2">
            <a:extLst>
              <a:ext uri="{FF2B5EF4-FFF2-40B4-BE49-F238E27FC236}">
                <a16:creationId xmlns:a16="http://schemas.microsoft.com/office/drawing/2014/main" id="{58AA59A7-520E-4C4F-95CF-DFBD1AA1DA4A}"/>
              </a:ext>
            </a:extLst>
          </p:cNvPr>
          <p:cNvSpPr>
            <a:spLocks noGrp="1"/>
          </p:cNvSpPr>
          <p:nvPr>
            <p:ph type="sldNum" sz="quarter" idx="12"/>
          </p:nvPr>
        </p:nvSpPr>
        <p:spPr/>
        <p:txBody>
          <a:bodyPr/>
          <a:lstStyle/>
          <a:p>
            <a:fld id="{60713B85-413F-4AF8-87EF-6B2EC5D22D3F}" type="slidenum">
              <a:rPr lang="ko-KR" altLang="en-US" smtClean="0"/>
              <a:pPr/>
              <a:t>27</a:t>
            </a:fld>
            <a:endParaRPr lang="ko-KR" altLang="en-US" dirty="0"/>
          </a:p>
        </p:txBody>
      </p:sp>
      <p:sp>
        <p:nvSpPr>
          <p:cNvPr id="4" name="제목 3">
            <a:extLst>
              <a:ext uri="{FF2B5EF4-FFF2-40B4-BE49-F238E27FC236}">
                <a16:creationId xmlns:a16="http://schemas.microsoft.com/office/drawing/2014/main" id="{E5706B64-B108-4EFC-B246-B025795C6577}"/>
              </a:ext>
            </a:extLst>
          </p:cNvPr>
          <p:cNvSpPr>
            <a:spLocks noGrp="1"/>
          </p:cNvSpPr>
          <p:nvPr>
            <p:ph type="title"/>
          </p:nvPr>
        </p:nvSpPr>
        <p:spPr/>
        <p:txBody>
          <a:bodyPr/>
          <a:lstStyle/>
          <a:p>
            <a:r>
              <a:rPr lang="en-US" altLang="ko-KR" dirty="0"/>
              <a:t>GPU Programming Model</a:t>
            </a:r>
            <a:endParaRPr lang="ko-KR" altLang="en-US" dirty="0"/>
          </a:p>
        </p:txBody>
      </p:sp>
      <p:pic>
        <p:nvPicPr>
          <p:cNvPr id="6" name="그림 5">
            <a:extLst>
              <a:ext uri="{FF2B5EF4-FFF2-40B4-BE49-F238E27FC236}">
                <a16:creationId xmlns:a16="http://schemas.microsoft.com/office/drawing/2014/main" id="{9B9EF571-D86D-4F7B-B6A0-AB1CBD8992D4}"/>
              </a:ext>
            </a:extLst>
          </p:cNvPr>
          <p:cNvPicPr>
            <a:picLocks noChangeAspect="1"/>
          </p:cNvPicPr>
          <p:nvPr/>
        </p:nvPicPr>
        <p:blipFill>
          <a:blip r:embed="rId2"/>
          <a:stretch>
            <a:fillRect/>
          </a:stretch>
        </p:blipFill>
        <p:spPr>
          <a:xfrm>
            <a:off x="6628624" y="1940219"/>
            <a:ext cx="5563376" cy="3238952"/>
          </a:xfrm>
          <a:prstGeom prst="rect">
            <a:avLst/>
          </a:prstGeom>
        </p:spPr>
      </p:pic>
      <p:sp>
        <p:nvSpPr>
          <p:cNvPr id="7" name="TextBox 6">
            <a:extLst>
              <a:ext uri="{FF2B5EF4-FFF2-40B4-BE49-F238E27FC236}">
                <a16:creationId xmlns:a16="http://schemas.microsoft.com/office/drawing/2014/main" id="{9B5FDE7C-99E2-4E5D-86E1-B529B0B2F829}"/>
              </a:ext>
            </a:extLst>
          </p:cNvPr>
          <p:cNvSpPr txBox="1"/>
          <p:nvPr/>
        </p:nvSpPr>
        <p:spPr>
          <a:xfrm>
            <a:off x="6994688" y="5292294"/>
            <a:ext cx="5052767" cy="923330"/>
          </a:xfrm>
          <a:prstGeom prst="rect">
            <a:avLst/>
          </a:prstGeom>
          <a:noFill/>
        </p:spPr>
        <p:txBody>
          <a:bodyPr wrap="square" rtlCol="0">
            <a:spAutoFit/>
          </a:bodyPr>
          <a:lstStyle/>
          <a:p>
            <a:r>
              <a:rPr lang="en-US" altLang="ko-KR" i="1" dirty="0"/>
              <a:t>A grid contains a certain layout of blocks, and each block contains a certain layout of threads. We can choose what the layouts look like.</a:t>
            </a:r>
            <a:endParaRPr lang="ko-KR" altLang="en-US" i="1" dirty="0"/>
          </a:p>
        </p:txBody>
      </p:sp>
    </p:spTree>
    <p:extLst>
      <p:ext uri="{BB962C8B-B14F-4D97-AF65-F5344CB8AC3E}">
        <p14:creationId xmlns:p14="http://schemas.microsoft.com/office/powerpoint/2010/main" val="24319399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D083D73F-C786-47B3-AD95-3055D39D43C3}"/>
              </a:ext>
            </a:extLst>
          </p:cNvPr>
          <p:cNvSpPr>
            <a:spLocks noGrp="1"/>
          </p:cNvSpPr>
          <p:nvPr>
            <p:ph idx="1"/>
          </p:nvPr>
        </p:nvSpPr>
        <p:spPr>
          <a:xfrm>
            <a:off x="838200" y="1295407"/>
            <a:ext cx="10972800" cy="1259257"/>
          </a:xfrm>
        </p:spPr>
        <p:txBody>
          <a:bodyPr/>
          <a:lstStyle/>
          <a:p>
            <a:r>
              <a:rPr lang="en-US" altLang="ko-KR" dirty="0" err="1"/>
              <a:t>cuTile</a:t>
            </a:r>
            <a:r>
              <a:rPr lang="en-US" altLang="ko-KR" dirty="0"/>
              <a:t> Python DSL</a:t>
            </a:r>
            <a:r>
              <a:rPr lang="en-US" altLang="ko-KR" sz="2400" dirty="0"/>
              <a:t> </a:t>
            </a:r>
            <a:r>
              <a:rPr lang="en-US" altLang="ko-KR" sz="2400" dirty="0">
                <a:sym typeface="Wingdings" panose="05000000000000000000" pitchFamily="2" charset="2"/>
              </a:rPr>
              <a:t> </a:t>
            </a:r>
            <a:r>
              <a:rPr lang="ko-KR" altLang="en-US" sz="2400" dirty="0">
                <a:sym typeface="Wingdings" panose="05000000000000000000" pitchFamily="2" charset="2"/>
              </a:rPr>
              <a:t>“데이터를 </a:t>
            </a:r>
            <a:r>
              <a:rPr lang="en-US" altLang="ko-KR" sz="2400" dirty="0">
                <a:sym typeface="Wingdings" panose="05000000000000000000" pitchFamily="2" charset="2"/>
              </a:rPr>
              <a:t>tile </a:t>
            </a:r>
            <a:r>
              <a:rPr lang="ko-KR" altLang="en-US" sz="2400" dirty="0">
                <a:sym typeface="Wingdings" panose="05000000000000000000" pitchFamily="2" charset="2"/>
              </a:rPr>
              <a:t>단위로 잘게 쪼개서 </a:t>
            </a:r>
            <a:r>
              <a:rPr lang="ko-KR" altLang="en-US" sz="2400" dirty="0">
                <a:solidFill>
                  <a:srgbClr val="C00000"/>
                </a:solidFill>
                <a:sym typeface="Wingdings" panose="05000000000000000000" pitchFamily="2" charset="2"/>
              </a:rPr>
              <a:t>재사용</a:t>
            </a:r>
            <a:r>
              <a:rPr lang="ko-KR" altLang="en-US" sz="2400" dirty="0">
                <a:sym typeface="Wingdings" panose="05000000000000000000" pitchFamily="2" charset="2"/>
              </a:rPr>
              <a:t>하려고”</a:t>
            </a:r>
            <a:endParaRPr lang="ko-KR" altLang="en-US" dirty="0"/>
          </a:p>
        </p:txBody>
      </p:sp>
      <p:sp>
        <p:nvSpPr>
          <p:cNvPr id="3" name="슬라이드 번호 개체 틀 2">
            <a:extLst>
              <a:ext uri="{FF2B5EF4-FFF2-40B4-BE49-F238E27FC236}">
                <a16:creationId xmlns:a16="http://schemas.microsoft.com/office/drawing/2014/main" id="{06AB8A02-ADD9-41AF-ADCA-3594A6F8CD2A}"/>
              </a:ext>
            </a:extLst>
          </p:cNvPr>
          <p:cNvSpPr>
            <a:spLocks noGrp="1"/>
          </p:cNvSpPr>
          <p:nvPr>
            <p:ph type="sldNum" sz="quarter" idx="12"/>
          </p:nvPr>
        </p:nvSpPr>
        <p:spPr/>
        <p:txBody>
          <a:bodyPr/>
          <a:lstStyle/>
          <a:p>
            <a:fld id="{60713B85-413F-4AF8-87EF-6B2EC5D22D3F}" type="slidenum">
              <a:rPr lang="ko-KR" altLang="en-US" smtClean="0"/>
              <a:pPr/>
              <a:t>28</a:t>
            </a:fld>
            <a:endParaRPr lang="ko-KR" altLang="en-US" dirty="0"/>
          </a:p>
        </p:txBody>
      </p:sp>
      <p:sp>
        <p:nvSpPr>
          <p:cNvPr id="4" name="제목 3">
            <a:extLst>
              <a:ext uri="{FF2B5EF4-FFF2-40B4-BE49-F238E27FC236}">
                <a16:creationId xmlns:a16="http://schemas.microsoft.com/office/drawing/2014/main" id="{84385EBB-23CC-4D13-83DB-7A026539CEF0}"/>
              </a:ext>
            </a:extLst>
          </p:cNvPr>
          <p:cNvSpPr>
            <a:spLocks noGrp="1"/>
          </p:cNvSpPr>
          <p:nvPr>
            <p:ph type="title"/>
          </p:nvPr>
        </p:nvSpPr>
        <p:spPr/>
        <p:txBody>
          <a:bodyPr/>
          <a:lstStyle/>
          <a:p>
            <a:r>
              <a:rPr lang="en-US" altLang="ko-KR" dirty="0"/>
              <a:t>GPU</a:t>
            </a:r>
            <a:r>
              <a:rPr lang="ko-KR" altLang="en-US" dirty="0"/>
              <a:t>에게 연산을 시키려면 </a:t>
            </a:r>
            <a:r>
              <a:rPr lang="en-US" altLang="ko-KR" dirty="0"/>
              <a:t>data</a:t>
            </a:r>
            <a:r>
              <a:rPr lang="ko-KR" altLang="en-US" dirty="0"/>
              <a:t>를 주어야</a:t>
            </a:r>
          </a:p>
        </p:txBody>
      </p:sp>
      <p:pic>
        <p:nvPicPr>
          <p:cNvPr id="6" name="그림 5">
            <a:extLst>
              <a:ext uri="{FF2B5EF4-FFF2-40B4-BE49-F238E27FC236}">
                <a16:creationId xmlns:a16="http://schemas.microsoft.com/office/drawing/2014/main" id="{41988A57-91FF-46BE-9DC6-60D3C3320879}"/>
              </a:ext>
            </a:extLst>
          </p:cNvPr>
          <p:cNvPicPr>
            <a:picLocks noChangeAspect="1"/>
          </p:cNvPicPr>
          <p:nvPr/>
        </p:nvPicPr>
        <p:blipFill>
          <a:blip r:embed="rId2"/>
          <a:stretch>
            <a:fillRect/>
          </a:stretch>
        </p:blipFill>
        <p:spPr>
          <a:xfrm>
            <a:off x="4198044" y="2309567"/>
            <a:ext cx="7993956" cy="4548433"/>
          </a:xfrm>
          <a:prstGeom prst="rect">
            <a:avLst/>
          </a:prstGeom>
        </p:spPr>
      </p:pic>
      <p:sp>
        <p:nvSpPr>
          <p:cNvPr id="7" name="TextBox 6">
            <a:extLst>
              <a:ext uri="{FF2B5EF4-FFF2-40B4-BE49-F238E27FC236}">
                <a16:creationId xmlns:a16="http://schemas.microsoft.com/office/drawing/2014/main" id="{99779E3A-E1FD-4304-9E5F-A3313E4866EB}"/>
              </a:ext>
            </a:extLst>
          </p:cNvPr>
          <p:cNvSpPr txBox="1"/>
          <p:nvPr/>
        </p:nvSpPr>
        <p:spPr>
          <a:xfrm>
            <a:off x="548640" y="1997839"/>
            <a:ext cx="6408420" cy="3970318"/>
          </a:xfrm>
          <a:prstGeom prst="rect">
            <a:avLst/>
          </a:prstGeom>
          <a:noFill/>
        </p:spPr>
        <p:txBody>
          <a:bodyPr wrap="square" rtlCol="0">
            <a:spAutoFit/>
          </a:bodyPr>
          <a:lstStyle/>
          <a:p>
            <a:r>
              <a:rPr lang="en-US" altLang="ko-KR" dirty="0"/>
              <a:t>GPU </a:t>
            </a:r>
            <a:r>
              <a:rPr lang="ko-KR" altLang="en-US" dirty="0"/>
              <a:t>성능의 핵심은</a:t>
            </a:r>
            <a:r>
              <a:rPr lang="en-US" altLang="ko-KR" dirty="0"/>
              <a:t>:“</a:t>
            </a:r>
            <a:r>
              <a:rPr lang="ko-KR" altLang="en-US" dirty="0" err="1"/>
              <a:t>연산량”이</a:t>
            </a:r>
            <a:r>
              <a:rPr lang="ko-KR" altLang="en-US" dirty="0"/>
              <a:t> 아니라 </a:t>
            </a:r>
            <a:r>
              <a:rPr lang="ko-KR" altLang="en-US" b="1" dirty="0"/>
              <a:t>“메모리 접근 패턴”</a:t>
            </a:r>
            <a:br>
              <a:rPr lang="en-US" altLang="ko-KR" b="1" dirty="0"/>
            </a:br>
            <a:endParaRPr lang="en-US" altLang="ko-KR" b="1" dirty="0"/>
          </a:p>
          <a:p>
            <a:r>
              <a:rPr lang="ko-KR" altLang="en-US" dirty="0"/>
              <a:t>대표적인 문제</a:t>
            </a:r>
            <a:r>
              <a:rPr lang="en-US" altLang="ko-KR" dirty="0"/>
              <a:t>:</a:t>
            </a:r>
          </a:p>
          <a:p>
            <a:pPr marL="285750" indent="-285750">
              <a:buFontTx/>
              <a:buChar char="-"/>
            </a:pPr>
            <a:r>
              <a:rPr lang="en-US" altLang="ko-KR" dirty="0"/>
              <a:t>global memory </a:t>
            </a:r>
            <a:r>
              <a:rPr lang="ko-KR" altLang="en-US" dirty="0"/>
              <a:t>접근 과다</a:t>
            </a:r>
            <a:endParaRPr lang="en-US" altLang="ko-KR" dirty="0"/>
          </a:p>
          <a:p>
            <a:pPr marL="285750" indent="-285750">
              <a:buFontTx/>
              <a:buChar char="-"/>
            </a:pPr>
            <a:r>
              <a:rPr lang="en-US" altLang="ko-KR" dirty="0"/>
              <a:t>cache reuse </a:t>
            </a:r>
            <a:r>
              <a:rPr lang="ko-KR" altLang="en-US" dirty="0"/>
              <a:t>부족</a:t>
            </a:r>
            <a:endParaRPr lang="en-US" altLang="ko-KR" dirty="0"/>
          </a:p>
          <a:p>
            <a:pPr marL="285750" indent="-285750">
              <a:buFontTx/>
              <a:buChar char="-"/>
            </a:pPr>
            <a:r>
              <a:rPr lang="en-US" altLang="ko-KR" dirty="0"/>
              <a:t>shared memory </a:t>
            </a:r>
            <a:r>
              <a:rPr lang="ko-KR" altLang="en-US" dirty="0"/>
              <a:t>활용 제한</a:t>
            </a:r>
            <a:endParaRPr lang="en-US" altLang="ko-KR" dirty="0"/>
          </a:p>
          <a:p>
            <a:endParaRPr lang="en-US" altLang="ko-KR" dirty="0"/>
          </a:p>
          <a:p>
            <a:r>
              <a:rPr lang="en-US" altLang="ko-KR" dirty="0"/>
              <a:t>GPU</a:t>
            </a:r>
            <a:r>
              <a:rPr lang="ko-KR" altLang="en-US" dirty="0"/>
              <a:t>는 계층적 메모리 구조를 가짐</a:t>
            </a:r>
            <a:r>
              <a:rPr lang="en-US" altLang="ko-KR" dirty="0"/>
              <a:t>:</a:t>
            </a:r>
          </a:p>
          <a:p>
            <a:pPr marL="285750" indent="-285750">
              <a:buFontTx/>
              <a:buChar char="-"/>
            </a:pPr>
            <a:r>
              <a:rPr lang="en-US" altLang="ko-KR" dirty="0"/>
              <a:t>Global Memory (</a:t>
            </a:r>
            <a:r>
              <a:rPr lang="ko-KR" altLang="en-US" dirty="0"/>
              <a:t>느림</a:t>
            </a:r>
            <a:r>
              <a:rPr lang="en-US" altLang="ko-KR" dirty="0"/>
              <a:t>)</a:t>
            </a:r>
          </a:p>
          <a:p>
            <a:pPr marL="285750" indent="-285750">
              <a:buFontTx/>
              <a:buChar char="-"/>
            </a:pPr>
            <a:r>
              <a:rPr lang="en-US" altLang="ko-KR" dirty="0"/>
              <a:t>Shared Memory (</a:t>
            </a:r>
            <a:r>
              <a:rPr lang="ko-KR" altLang="en-US" dirty="0"/>
              <a:t>빠름</a:t>
            </a:r>
            <a:r>
              <a:rPr lang="en-US" altLang="ko-KR" dirty="0"/>
              <a:t>)</a:t>
            </a:r>
          </a:p>
          <a:p>
            <a:pPr marL="285750" indent="-285750">
              <a:buFontTx/>
              <a:buChar char="-"/>
            </a:pPr>
            <a:r>
              <a:rPr lang="en-US" altLang="ko-KR" dirty="0"/>
              <a:t>Register (</a:t>
            </a:r>
            <a:r>
              <a:rPr lang="ko-KR" altLang="en-US" dirty="0"/>
              <a:t>가장 빠름</a:t>
            </a:r>
            <a:r>
              <a:rPr lang="en-US" altLang="ko-KR" dirty="0"/>
              <a:t>)</a:t>
            </a:r>
          </a:p>
          <a:p>
            <a:pPr marL="285750" indent="-285750">
              <a:buFontTx/>
              <a:buChar char="-"/>
            </a:pPr>
            <a:endParaRPr lang="en-US" altLang="ko-KR" dirty="0"/>
          </a:p>
          <a:p>
            <a:r>
              <a:rPr lang="en-US" altLang="ko-KR" i="1" dirty="0">
                <a:solidFill>
                  <a:srgbClr val="C00000"/>
                </a:solidFill>
              </a:rPr>
              <a:t>Tile </a:t>
            </a:r>
            <a:r>
              <a:rPr lang="ko-KR" altLang="en-US" i="1" dirty="0">
                <a:solidFill>
                  <a:srgbClr val="C00000"/>
                </a:solidFill>
              </a:rPr>
              <a:t>단위 메모리 접근 패턴을</a:t>
            </a:r>
            <a:endParaRPr lang="en-US" altLang="ko-KR" i="1" dirty="0">
              <a:solidFill>
                <a:srgbClr val="C00000"/>
              </a:solidFill>
            </a:endParaRPr>
          </a:p>
          <a:p>
            <a:r>
              <a:rPr lang="ko-KR" altLang="en-US" i="1" dirty="0">
                <a:solidFill>
                  <a:srgbClr val="C00000"/>
                </a:solidFill>
              </a:rPr>
              <a:t>사용하여</a:t>
            </a:r>
            <a:r>
              <a:rPr lang="en-US" altLang="ko-KR" i="1" dirty="0">
                <a:solidFill>
                  <a:srgbClr val="C00000"/>
                </a:solidFill>
              </a:rPr>
              <a:t>, GPU </a:t>
            </a:r>
            <a:r>
              <a:rPr lang="ko-KR" altLang="en-US" i="1" dirty="0">
                <a:solidFill>
                  <a:srgbClr val="C00000"/>
                </a:solidFill>
              </a:rPr>
              <a:t>연산 속도를 최대화</a:t>
            </a:r>
            <a:r>
              <a:rPr lang="en-US" altLang="ko-KR" i="1" dirty="0">
                <a:solidFill>
                  <a:srgbClr val="C00000"/>
                </a:solidFill>
              </a:rPr>
              <a:t>!</a:t>
            </a:r>
            <a:endParaRPr lang="ko-KR" altLang="en-US" i="1" dirty="0">
              <a:solidFill>
                <a:srgbClr val="C00000"/>
              </a:solidFill>
            </a:endParaRPr>
          </a:p>
        </p:txBody>
      </p:sp>
    </p:spTree>
    <p:extLst>
      <p:ext uri="{BB962C8B-B14F-4D97-AF65-F5344CB8AC3E}">
        <p14:creationId xmlns:p14="http://schemas.microsoft.com/office/powerpoint/2010/main" val="37392405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슬라이드 번호 개체 틀 2">
            <a:extLst>
              <a:ext uri="{FF2B5EF4-FFF2-40B4-BE49-F238E27FC236}">
                <a16:creationId xmlns:a16="http://schemas.microsoft.com/office/drawing/2014/main" id="{A9B02782-4C73-4A17-B3FE-8EC0AAEE6AA9}"/>
              </a:ext>
            </a:extLst>
          </p:cNvPr>
          <p:cNvSpPr>
            <a:spLocks noGrp="1"/>
          </p:cNvSpPr>
          <p:nvPr>
            <p:ph type="sldNum" sz="quarter" idx="12"/>
          </p:nvPr>
        </p:nvSpPr>
        <p:spPr/>
        <p:txBody>
          <a:bodyPr/>
          <a:lstStyle/>
          <a:p>
            <a:fld id="{60713B85-413F-4AF8-87EF-6B2EC5D22D3F}" type="slidenum">
              <a:rPr lang="ko-KR" altLang="en-US" smtClean="0"/>
              <a:pPr/>
              <a:t>29</a:t>
            </a:fld>
            <a:endParaRPr lang="ko-KR" altLang="en-US" dirty="0"/>
          </a:p>
        </p:txBody>
      </p:sp>
      <p:sp>
        <p:nvSpPr>
          <p:cNvPr id="4" name="제목 3">
            <a:extLst>
              <a:ext uri="{FF2B5EF4-FFF2-40B4-BE49-F238E27FC236}">
                <a16:creationId xmlns:a16="http://schemas.microsoft.com/office/drawing/2014/main" id="{2CC4BA7B-F983-4BF6-A44A-1A6424F77A2C}"/>
              </a:ext>
            </a:extLst>
          </p:cNvPr>
          <p:cNvSpPr>
            <a:spLocks noGrp="1"/>
          </p:cNvSpPr>
          <p:nvPr>
            <p:ph type="title"/>
          </p:nvPr>
        </p:nvSpPr>
        <p:spPr/>
        <p:txBody>
          <a:bodyPr/>
          <a:lstStyle/>
          <a:p>
            <a:r>
              <a:rPr lang="en-US" altLang="ko-KR" dirty="0"/>
              <a:t>GPU</a:t>
            </a:r>
            <a:r>
              <a:rPr lang="ko-KR" altLang="en-US" dirty="0"/>
              <a:t> </a:t>
            </a:r>
            <a:r>
              <a:rPr lang="en-US" altLang="ko-KR" dirty="0"/>
              <a:t>Resource</a:t>
            </a:r>
            <a:r>
              <a:rPr lang="ko-KR" altLang="en-US" dirty="0"/>
              <a:t> </a:t>
            </a:r>
            <a:r>
              <a:rPr lang="en-US" altLang="ko-KR" dirty="0"/>
              <a:t>(scheduling)</a:t>
            </a:r>
            <a:endParaRPr lang="ko-KR" altLang="en-US" dirty="0"/>
          </a:p>
        </p:txBody>
      </p:sp>
      <p:pic>
        <p:nvPicPr>
          <p:cNvPr id="6" name="그림 5">
            <a:extLst>
              <a:ext uri="{FF2B5EF4-FFF2-40B4-BE49-F238E27FC236}">
                <a16:creationId xmlns:a16="http://schemas.microsoft.com/office/drawing/2014/main" id="{1401BC34-1890-4321-B122-BB79BAC79035}"/>
              </a:ext>
            </a:extLst>
          </p:cNvPr>
          <p:cNvPicPr>
            <a:picLocks noChangeAspect="1"/>
          </p:cNvPicPr>
          <p:nvPr/>
        </p:nvPicPr>
        <p:blipFill>
          <a:blip r:embed="rId2"/>
          <a:stretch>
            <a:fillRect/>
          </a:stretch>
        </p:blipFill>
        <p:spPr>
          <a:xfrm>
            <a:off x="275342" y="1338607"/>
            <a:ext cx="6652784" cy="3294222"/>
          </a:xfrm>
          <a:prstGeom prst="rect">
            <a:avLst/>
          </a:prstGeom>
        </p:spPr>
      </p:pic>
      <p:pic>
        <p:nvPicPr>
          <p:cNvPr id="8" name="그림 7">
            <a:extLst>
              <a:ext uri="{FF2B5EF4-FFF2-40B4-BE49-F238E27FC236}">
                <a16:creationId xmlns:a16="http://schemas.microsoft.com/office/drawing/2014/main" id="{31C8908C-B113-42AF-9376-25D8FC33B2E8}"/>
              </a:ext>
            </a:extLst>
          </p:cNvPr>
          <p:cNvPicPr>
            <a:picLocks noChangeAspect="1"/>
          </p:cNvPicPr>
          <p:nvPr/>
        </p:nvPicPr>
        <p:blipFill>
          <a:blip r:embed="rId3"/>
          <a:stretch>
            <a:fillRect/>
          </a:stretch>
        </p:blipFill>
        <p:spPr>
          <a:xfrm>
            <a:off x="5363852" y="3591320"/>
            <a:ext cx="6828148" cy="3253988"/>
          </a:xfrm>
          <a:prstGeom prst="rect">
            <a:avLst/>
          </a:prstGeom>
        </p:spPr>
      </p:pic>
      <p:sp>
        <p:nvSpPr>
          <p:cNvPr id="2" name="TextBox 1">
            <a:extLst>
              <a:ext uri="{FF2B5EF4-FFF2-40B4-BE49-F238E27FC236}">
                <a16:creationId xmlns:a16="http://schemas.microsoft.com/office/drawing/2014/main" id="{5EEE1CF6-B1EF-4CD8-85BF-528F3E0D61EE}"/>
              </a:ext>
            </a:extLst>
          </p:cNvPr>
          <p:cNvSpPr txBox="1"/>
          <p:nvPr/>
        </p:nvSpPr>
        <p:spPr>
          <a:xfrm>
            <a:off x="7180120" y="2257678"/>
            <a:ext cx="4714959" cy="923330"/>
          </a:xfrm>
          <a:prstGeom prst="rect">
            <a:avLst/>
          </a:prstGeom>
          <a:noFill/>
        </p:spPr>
        <p:txBody>
          <a:bodyPr wrap="square" rtlCol="0">
            <a:spAutoFit/>
          </a:bodyPr>
          <a:lstStyle/>
          <a:p>
            <a:r>
              <a:rPr lang="en-US" altLang="ko-KR" i="1" dirty="0">
                <a:solidFill>
                  <a:srgbClr val="C00000"/>
                </a:solidFill>
              </a:rPr>
              <a:t>Block </a:t>
            </a:r>
            <a:r>
              <a:rPr lang="ko-KR" altLang="en-US" i="1" dirty="0">
                <a:solidFill>
                  <a:srgbClr val="C00000"/>
                </a:solidFill>
              </a:rPr>
              <a:t>당 </a:t>
            </a:r>
            <a:r>
              <a:rPr lang="en-US" altLang="ko-KR" i="1" dirty="0">
                <a:solidFill>
                  <a:srgbClr val="C00000"/>
                </a:solidFill>
              </a:rPr>
              <a:t>Shared memory size </a:t>
            </a:r>
            <a:r>
              <a:rPr lang="ko-KR" altLang="en-US" i="1" dirty="0">
                <a:solidFill>
                  <a:srgbClr val="C00000"/>
                </a:solidFill>
              </a:rPr>
              <a:t>를 조절함으로써</a:t>
            </a:r>
            <a:r>
              <a:rPr lang="en-US" altLang="ko-KR" i="1" dirty="0">
                <a:solidFill>
                  <a:srgbClr val="C00000"/>
                </a:solidFill>
              </a:rPr>
              <a:t>,</a:t>
            </a:r>
          </a:p>
          <a:p>
            <a:r>
              <a:rPr lang="ko-KR" altLang="en-US" i="1" dirty="0">
                <a:solidFill>
                  <a:srgbClr val="C00000"/>
                </a:solidFill>
              </a:rPr>
              <a:t>마치 </a:t>
            </a:r>
            <a:r>
              <a:rPr lang="en-US" altLang="ko-KR" i="1" dirty="0" err="1">
                <a:solidFill>
                  <a:srgbClr val="C00000"/>
                </a:solidFill>
              </a:rPr>
              <a:t>tetris</a:t>
            </a:r>
            <a:r>
              <a:rPr lang="en-US" altLang="ko-KR" i="1" dirty="0">
                <a:solidFill>
                  <a:srgbClr val="C00000"/>
                </a:solidFill>
              </a:rPr>
              <a:t> </a:t>
            </a:r>
            <a:r>
              <a:rPr lang="ko-KR" altLang="en-US" i="1" dirty="0">
                <a:solidFill>
                  <a:srgbClr val="C00000"/>
                </a:solidFill>
              </a:rPr>
              <a:t>게임하듯이</a:t>
            </a:r>
            <a:endParaRPr lang="en-US" altLang="ko-KR" i="1" dirty="0">
              <a:solidFill>
                <a:srgbClr val="C00000"/>
              </a:solidFill>
            </a:endParaRPr>
          </a:p>
          <a:p>
            <a:r>
              <a:rPr lang="en-US" altLang="ko-KR" i="1" dirty="0">
                <a:solidFill>
                  <a:srgbClr val="C00000"/>
                </a:solidFill>
              </a:rPr>
              <a:t>GPU core(SM) utilization</a:t>
            </a:r>
            <a:r>
              <a:rPr lang="ko-KR" altLang="en-US" i="1" dirty="0">
                <a:solidFill>
                  <a:srgbClr val="C00000"/>
                </a:solidFill>
              </a:rPr>
              <a:t>을 최대로</a:t>
            </a:r>
            <a:r>
              <a:rPr lang="en-US" altLang="ko-KR" i="1" dirty="0">
                <a:solidFill>
                  <a:srgbClr val="C00000"/>
                </a:solidFill>
              </a:rPr>
              <a:t>!</a:t>
            </a:r>
            <a:endParaRPr lang="ko-KR" altLang="en-US" i="1" dirty="0">
              <a:solidFill>
                <a:srgbClr val="C00000"/>
              </a:solidFill>
            </a:endParaRPr>
          </a:p>
        </p:txBody>
      </p:sp>
    </p:spTree>
    <p:extLst>
      <p:ext uri="{BB962C8B-B14F-4D97-AF65-F5344CB8AC3E}">
        <p14:creationId xmlns:p14="http://schemas.microsoft.com/office/powerpoint/2010/main" val="31744260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슬라이드 번호 개체 틀 2">
            <a:extLst>
              <a:ext uri="{FF2B5EF4-FFF2-40B4-BE49-F238E27FC236}">
                <a16:creationId xmlns:a16="http://schemas.microsoft.com/office/drawing/2014/main" id="{3C66B17F-4164-483A-82A7-C719ACB945EB}"/>
              </a:ext>
            </a:extLst>
          </p:cNvPr>
          <p:cNvSpPr>
            <a:spLocks noGrp="1"/>
          </p:cNvSpPr>
          <p:nvPr>
            <p:ph type="sldNum" sz="quarter" idx="12"/>
          </p:nvPr>
        </p:nvSpPr>
        <p:spPr/>
        <p:txBody>
          <a:bodyPr/>
          <a:lstStyle/>
          <a:p>
            <a:fld id="{60713B85-413F-4AF8-87EF-6B2EC5D22D3F}" type="slidenum">
              <a:rPr lang="ko-KR" altLang="en-US" smtClean="0"/>
              <a:pPr/>
              <a:t>30</a:t>
            </a:fld>
            <a:endParaRPr lang="ko-KR" altLang="en-US" dirty="0"/>
          </a:p>
        </p:txBody>
      </p:sp>
      <p:sp>
        <p:nvSpPr>
          <p:cNvPr id="4" name="제목 3">
            <a:extLst>
              <a:ext uri="{FF2B5EF4-FFF2-40B4-BE49-F238E27FC236}">
                <a16:creationId xmlns:a16="http://schemas.microsoft.com/office/drawing/2014/main" id="{9BE301FC-8B5E-46FE-93C9-D7A77FF2BF75}"/>
              </a:ext>
            </a:extLst>
          </p:cNvPr>
          <p:cNvSpPr>
            <a:spLocks noGrp="1"/>
          </p:cNvSpPr>
          <p:nvPr>
            <p:ph type="title"/>
          </p:nvPr>
        </p:nvSpPr>
        <p:spPr/>
        <p:txBody>
          <a:bodyPr/>
          <a:lstStyle/>
          <a:p>
            <a:r>
              <a:rPr lang="en-US" altLang="ko-KR" dirty="0"/>
              <a:t>Occupancy</a:t>
            </a:r>
            <a:endParaRPr lang="ko-KR" altLang="en-US" dirty="0"/>
          </a:p>
        </p:txBody>
      </p:sp>
      <p:pic>
        <p:nvPicPr>
          <p:cNvPr id="8" name="그림 7">
            <a:extLst>
              <a:ext uri="{FF2B5EF4-FFF2-40B4-BE49-F238E27FC236}">
                <a16:creationId xmlns:a16="http://schemas.microsoft.com/office/drawing/2014/main" id="{C60A05D5-9E14-452B-BAFA-1E7AD727AA4E}"/>
              </a:ext>
            </a:extLst>
          </p:cNvPr>
          <p:cNvPicPr>
            <a:picLocks noChangeAspect="1"/>
          </p:cNvPicPr>
          <p:nvPr/>
        </p:nvPicPr>
        <p:blipFill>
          <a:blip r:embed="rId2"/>
          <a:stretch>
            <a:fillRect/>
          </a:stretch>
        </p:blipFill>
        <p:spPr>
          <a:xfrm>
            <a:off x="2271860" y="1112316"/>
            <a:ext cx="8911200" cy="5398451"/>
          </a:xfrm>
          <a:prstGeom prst="rect">
            <a:avLst/>
          </a:prstGeom>
        </p:spPr>
      </p:pic>
      <p:sp>
        <p:nvSpPr>
          <p:cNvPr id="9" name="TextBox 8">
            <a:extLst>
              <a:ext uri="{FF2B5EF4-FFF2-40B4-BE49-F238E27FC236}">
                <a16:creationId xmlns:a16="http://schemas.microsoft.com/office/drawing/2014/main" id="{932B6D03-61A0-430C-8A2B-F3C1C83F40CA}"/>
              </a:ext>
            </a:extLst>
          </p:cNvPr>
          <p:cNvSpPr txBox="1"/>
          <p:nvPr/>
        </p:nvSpPr>
        <p:spPr>
          <a:xfrm>
            <a:off x="4660769" y="647507"/>
            <a:ext cx="7258799" cy="461665"/>
          </a:xfrm>
          <a:prstGeom prst="rect">
            <a:avLst/>
          </a:prstGeom>
          <a:noFill/>
        </p:spPr>
        <p:txBody>
          <a:bodyPr wrap="square" rtlCol="0">
            <a:spAutoFit/>
          </a:bodyPr>
          <a:lstStyle/>
          <a:p>
            <a:pPr marL="285750" indent="-285750">
              <a:buFontTx/>
              <a:buChar char="-"/>
            </a:pPr>
            <a:r>
              <a:rPr lang="en-US" altLang="ko-KR" sz="2400" b="1" i="1" dirty="0">
                <a:solidFill>
                  <a:srgbClr val="C00000"/>
                </a:solidFill>
              </a:rPr>
              <a:t>Memory Access Pattern </a:t>
            </a:r>
            <a:r>
              <a:rPr lang="en-US" altLang="ko-KR" sz="2400" i="1" dirty="0">
                <a:solidFill>
                  <a:srgbClr val="C00000"/>
                </a:solidFill>
              </a:rPr>
              <a:t>is the key factor of </a:t>
            </a:r>
            <a:r>
              <a:rPr lang="en-US" altLang="ko-KR" sz="2400" b="1" i="1" dirty="0">
                <a:solidFill>
                  <a:srgbClr val="C00000"/>
                </a:solidFill>
              </a:rPr>
              <a:t>Occupancy</a:t>
            </a:r>
          </a:p>
        </p:txBody>
      </p:sp>
    </p:spTree>
    <p:extLst>
      <p:ext uri="{BB962C8B-B14F-4D97-AF65-F5344CB8AC3E}">
        <p14:creationId xmlns:p14="http://schemas.microsoft.com/office/powerpoint/2010/main" val="24701705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슬라이드 번호 개체 틀 2">
            <a:extLst>
              <a:ext uri="{FF2B5EF4-FFF2-40B4-BE49-F238E27FC236}">
                <a16:creationId xmlns:a16="http://schemas.microsoft.com/office/drawing/2014/main" id="{EA084A85-E206-40FB-AE5A-ED685D58CB20}"/>
              </a:ext>
            </a:extLst>
          </p:cNvPr>
          <p:cNvSpPr>
            <a:spLocks noGrp="1"/>
          </p:cNvSpPr>
          <p:nvPr>
            <p:ph type="sldNum" sz="quarter" idx="12"/>
          </p:nvPr>
        </p:nvSpPr>
        <p:spPr/>
        <p:txBody>
          <a:bodyPr/>
          <a:lstStyle/>
          <a:p>
            <a:fld id="{60713B85-413F-4AF8-87EF-6B2EC5D22D3F}" type="slidenum">
              <a:rPr lang="ko-KR" altLang="en-US" smtClean="0"/>
              <a:pPr/>
              <a:t>31</a:t>
            </a:fld>
            <a:endParaRPr lang="ko-KR" altLang="en-US" dirty="0"/>
          </a:p>
        </p:txBody>
      </p:sp>
      <p:sp>
        <p:nvSpPr>
          <p:cNvPr id="4" name="제목 3">
            <a:extLst>
              <a:ext uri="{FF2B5EF4-FFF2-40B4-BE49-F238E27FC236}">
                <a16:creationId xmlns:a16="http://schemas.microsoft.com/office/drawing/2014/main" id="{E9F99218-B658-4459-9F60-8EB63E3171CB}"/>
              </a:ext>
            </a:extLst>
          </p:cNvPr>
          <p:cNvSpPr>
            <a:spLocks noGrp="1"/>
          </p:cNvSpPr>
          <p:nvPr>
            <p:ph type="title"/>
          </p:nvPr>
        </p:nvSpPr>
        <p:spPr/>
        <p:txBody>
          <a:bodyPr/>
          <a:lstStyle/>
          <a:p>
            <a:r>
              <a:rPr lang="en-US" altLang="ko-KR" dirty="0"/>
              <a:t>Grid &amp; Stream</a:t>
            </a:r>
            <a:endParaRPr lang="ko-KR" altLang="en-US" dirty="0"/>
          </a:p>
        </p:txBody>
      </p:sp>
      <p:pic>
        <p:nvPicPr>
          <p:cNvPr id="6" name="그림 5">
            <a:extLst>
              <a:ext uri="{FF2B5EF4-FFF2-40B4-BE49-F238E27FC236}">
                <a16:creationId xmlns:a16="http://schemas.microsoft.com/office/drawing/2014/main" id="{9D18608A-A412-4B30-A990-2290F1413AB4}"/>
              </a:ext>
            </a:extLst>
          </p:cNvPr>
          <p:cNvPicPr>
            <a:picLocks noChangeAspect="1"/>
          </p:cNvPicPr>
          <p:nvPr/>
        </p:nvPicPr>
        <p:blipFill>
          <a:blip r:embed="rId2"/>
          <a:stretch>
            <a:fillRect/>
          </a:stretch>
        </p:blipFill>
        <p:spPr>
          <a:xfrm>
            <a:off x="1904214" y="1101928"/>
            <a:ext cx="9416977" cy="5227839"/>
          </a:xfrm>
          <a:prstGeom prst="rect">
            <a:avLst/>
          </a:prstGeom>
        </p:spPr>
      </p:pic>
    </p:spTree>
    <p:extLst>
      <p:ext uri="{BB962C8B-B14F-4D97-AF65-F5344CB8AC3E}">
        <p14:creationId xmlns:p14="http://schemas.microsoft.com/office/powerpoint/2010/main" val="28572072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슬라이드 번호 개체 틀 2">
            <a:extLst>
              <a:ext uri="{FF2B5EF4-FFF2-40B4-BE49-F238E27FC236}">
                <a16:creationId xmlns:a16="http://schemas.microsoft.com/office/drawing/2014/main" id="{EA084A85-E206-40FB-AE5A-ED685D58CB20}"/>
              </a:ext>
            </a:extLst>
          </p:cNvPr>
          <p:cNvSpPr>
            <a:spLocks noGrp="1"/>
          </p:cNvSpPr>
          <p:nvPr>
            <p:ph type="sldNum" sz="quarter" idx="12"/>
          </p:nvPr>
        </p:nvSpPr>
        <p:spPr/>
        <p:txBody>
          <a:bodyPr/>
          <a:lstStyle/>
          <a:p>
            <a:fld id="{60713B85-413F-4AF8-87EF-6B2EC5D22D3F}" type="slidenum">
              <a:rPr lang="ko-KR" altLang="en-US" smtClean="0"/>
              <a:pPr/>
              <a:t>32</a:t>
            </a:fld>
            <a:endParaRPr lang="ko-KR" altLang="en-US" dirty="0"/>
          </a:p>
        </p:txBody>
      </p:sp>
      <p:sp>
        <p:nvSpPr>
          <p:cNvPr id="4" name="제목 3">
            <a:extLst>
              <a:ext uri="{FF2B5EF4-FFF2-40B4-BE49-F238E27FC236}">
                <a16:creationId xmlns:a16="http://schemas.microsoft.com/office/drawing/2014/main" id="{E9F99218-B658-4459-9F60-8EB63E3171CB}"/>
              </a:ext>
            </a:extLst>
          </p:cNvPr>
          <p:cNvSpPr>
            <a:spLocks noGrp="1"/>
          </p:cNvSpPr>
          <p:nvPr>
            <p:ph type="title"/>
          </p:nvPr>
        </p:nvSpPr>
        <p:spPr/>
        <p:txBody>
          <a:bodyPr/>
          <a:lstStyle/>
          <a:p>
            <a:r>
              <a:rPr lang="en-US" altLang="ko-KR" dirty="0"/>
              <a:t>Grid &amp; Stream</a:t>
            </a:r>
            <a:endParaRPr lang="ko-KR" altLang="en-US" dirty="0"/>
          </a:p>
        </p:txBody>
      </p:sp>
      <p:pic>
        <p:nvPicPr>
          <p:cNvPr id="5" name="그림 4">
            <a:extLst>
              <a:ext uri="{FF2B5EF4-FFF2-40B4-BE49-F238E27FC236}">
                <a16:creationId xmlns:a16="http://schemas.microsoft.com/office/drawing/2014/main" id="{A1E9258A-C008-41C9-A323-AF7D2C945B65}"/>
              </a:ext>
            </a:extLst>
          </p:cNvPr>
          <p:cNvPicPr>
            <a:picLocks noChangeAspect="1"/>
          </p:cNvPicPr>
          <p:nvPr/>
        </p:nvPicPr>
        <p:blipFill>
          <a:blip r:embed="rId2"/>
          <a:stretch>
            <a:fillRect/>
          </a:stretch>
        </p:blipFill>
        <p:spPr>
          <a:xfrm>
            <a:off x="838200" y="1126117"/>
            <a:ext cx="7334877" cy="2920492"/>
          </a:xfrm>
          <a:prstGeom prst="rect">
            <a:avLst/>
          </a:prstGeom>
        </p:spPr>
      </p:pic>
      <p:pic>
        <p:nvPicPr>
          <p:cNvPr id="8" name="그림 7">
            <a:extLst>
              <a:ext uri="{FF2B5EF4-FFF2-40B4-BE49-F238E27FC236}">
                <a16:creationId xmlns:a16="http://schemas.microsoft.com/office/drawing/2014/main" id="{2E3EED0E-C5DA-42B7-B9B6-728E898360C5}"/>
              </a:ext>
            </a:extLst>
          </p:cNvPr>
          <p:cNvPicPr>
            <a:picLocks noChangeAspect="1"/>
          </p:cNvPicPr>
          <p:nvPr/>
        </p:nvPicPr>
        <p:blipFill>
          <a:blip r:embed="rId3"/>
          <a:stretch>
            <a:fillRect/>
          </a:stretch>
        </p:blipFill>
        <p:spPr>
          <a:xfrm>
            <a:off x="5593865" y="3898704"/>
            <a:ext cx="6598135" cy="2959296"/>
          </a:xfrm>
          <a:prstGeom prst="rect">
            <a:avLst/>
          </a:prstGeom>
        </p:spPr>
      </p:pic>
    </p:spTree>
    <p:extLst>
      <p:ext uri="{BB962C8B-B14F-4D97-AF65-F5344CB8AC3E}">
        <p14:creationId xmlns:p14="http://schemas.microsoft.com/office/powerpoint/2010/main" val="14864300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4C20A0AB-7C42-4198-9C4D-28BD2A06485B}"/>
              </a:ext>
            </a:extLst>
          </p:cNvPr>
          <p:cNvSpPr>
            <a:spLocks noGrp="1"/>
          </p:cNvSpPr>
          <p:nvPr>
            <p:ph idx="1"/>
          </p:nvPr>
        </p:nvSpPr>
        <p:spPr>
          <a:xfrm>
            <a:off x="461913" y="1295407"/>
            <a:ext cx="11481848" cy="711418"/>
          </a:xfrm>
        </p:spPr>
        <p:txBody>
          <a:bodyPr>
            <a:normAutofit fontScale="85000" lnSpcReduction="20000"/>
          </a:bodyPr>
          <a:lstStyle/>
          <a:p>
            <a:r>
              <a:rPr lang="en-US" altLang="ko-KR" sz="2000" dirty="0" err="1">
                <a:solidFill>
                  <a:srgbClr val="C00000"/>
                </a:solidFill>
              </a:rPr>
              <a:t>cuTile</a:t>
            </a:r>
            <a:r>
              <a:rPr lang="en-US" altLang="ko-KR" sz="2000" dirty="0"/>
              <a:t> Python DSL: </a:t>
            </a:r>
            <a:r>
              <a:rPr lang="en-US" altLang="ko-KR" sz="2000" b="0" dirty="0"/>
              <a:t>GPU </a:t>
            </a:r>
            <a:r>
              <a:rPr lang="ko-KR" altLang="en-US" sz="2000" b="0" dirty="0"/>
              <a:t>프로그래밍에서 </a:t>
            </a:r>
            <a:r>
              <a:rPr lang="en-US" altLang="ko-KR" sz="2000" b="0" dirty="0"/>
              <a:t>"</a:t>
            </a:r>
            <a:r>
              <a:rPr lang="ko-KR" altLang="en-US" sz="2000" b="0" dirty="0"/>
              <a:t>타일</a:t>
            </a:r>
            <a:r>
              <a:rPr lang="en-US" altLang="ko-KR" sz="2000" b="0" dirty="0"/>
              <a:t>(Tile)"</a:t>
            </a:r>
            <a:r>
              <a:rPr lang="ko-KR" altLang="en-US" sz="2000" b="0" dirty="0"/>
              <a:t>을 중심으로 연산하는 방식</a:t>
            </a:r>
            <a:endParaRPr lang="en-US" altLang="ko-KR" sz="2000" b="0" dirty="0"/>
          </a:p>
          <a:p>
            <a:r>
              <a:rPr lang="ko-KR" altLang="en-US" sz="2000" b="0" dirty="0"/>
              <a:t>복잡한 </a:t>
            </a:r>
            <a:r>
              <a:rPr lang="en-US" altLang="ko-KR" sz="2000" b="0" dirty="0"/>
              <a:t>C++ </a:t>
            </a:r>
            <a:r>
              <a:rPr lang="ko-KR" altLang="en-US" sz="2000" b="0" dirty="0"/>
              <a:t>대신에</a:t>
            </a:r>
            <a:r>
              <a:rPr lang="en-US" altLang="ko-KR" sz="2000" b="0" dirty="0"/>
              <a:t>, </a:t>
            </a:r>
            <a:r>
              <a:rPr lang="ko-KR" altLang="en-US" sz="2000" b="0" dirty="0" err="1"/>
              <a:t>파이썬을</a:t>
            </a:r>
            <a:r>
              <a:rPr lang="ko-KR" altLang="en-US" sz="2000" b="0" dirty="0"/>
              <a:t> 사용해 간결하게 </a:t>
            </a:r>
            <a:r>
              <a:rPr lang="en-US" altLang="ko-KR" sz="2000" b="0" dirty="0"/>
              <a:t>GPU Kernel </a:t>
            </a:r>
            <a:r>
              <a:rPr lang="ko-KR" altLang="en-US" sz="2000" b="0" dirty="0"/>
              <a:t>개발 가능</a:t>
            </a:r>
            <a:endParaRPr lang="en-US" altLang="ko-KR" sz="1600" dirty="0"/>
          </a:p>
        </p:txBody>
      </p:sp>
      <p:sp>
        <p:nvSpPr>
          <p:cNvPr id="3" name="슬라이드 번호 개체 틀 2">
            <a:extLst>
              <a:ext uri="{FF2B5EF4-FFF2-40B4-BE49-F238E27FC236}">
                <a16:creationId xmlns:a16="http://schemas.microsoft.com/office/drawing/2014/main" id="{58AA59A7-520E-4C4F-95CF-DFBD1AA1DA4A}"/>
              </a:ext>
            </a:extLst>
          </p:cNvPr>
          <p:cNvSpPr>
            <a:spLocks noGrp="1"/>
          </p:cNvSpPr>
          <p:nvPr>
            <p:ph type="sldNum" sz="quarter" idx="12"/>
          </p:nvPr>
        </p:nvSpPr>
        <p:spPr/>
        <p:txBody>
          <a:bodyPr/>
          <a:lstStyle/>
          <a:p>
            <a:fld id="{60713B85-413F-4AF8-87EF-6B2EC5D22D3F}" type="slidenum">
              <a:rPr lang="ko-KR" altLang="en-US" smtClean="0"/>
              <a:pPr/>
              <a:t>33</a:t>
            </a:fld>
            <a:endParaRPr lang="ko-KR" altLang="en-US" dirty="0"/>
          </a:p>
        </p:txBody>
      </p:sp>
      <p:sp>
        <p:nvSpPr>
          <p:cNvPr id="4" name="제목 3">
            <a:extLst>
              <a:ext uri="{FF2B5EF4-FFF2-40B4-BE49-F238E27FC236}">
                <a16:creationId xmlns:a16="http://schemas.microsoft.com/office/drawing/2014/main" id="{E5706B64-B108-4EFC-B246-B025795C6577}"/>
              </a:ext>
            </a:extLst>
          </p:cNvPr>
          <p:cNvSpPr>
            <a:spLocks noGrp="1"/>
          </p:cNvSpPr>
          <p:nvPr>
            <p:ph type="title"/>
          </p:nvPr>
        </p:nvSpPr>
        <p:spPr/>
        <p:txBody>
          <a:bodyPr/>
          <a:lstStyle/>
          <a:p>
            <a:r>
              <a:rPr lang="en-US" altLang="ko-KR" dirty="0"/>
              <a:t>Tile based GPU Programming Model</a:t>
            </a:r>
            <a:endParaRPr lang="ko-KR" altLang="en-US" dirty="0"/>
          </a:p>
        </p:txBody>
      </p:sp>
      <p:sp>
        <p:nvSpPr>
          <p:cNvPr id="5" name="TextBox 4">
            <a:extLst>
              <a:ext uri="{FF2B5EF4-FFF2-40B4-BE49-F238E27FC236}">
                <a16:creationId xmlns:a16="http://schemas.microsoft.com/office/drawing/2014/main" id="{F3099D28-F0A2-46FE-8ABF-72B1A6C69474}"/>
              </a:ext>
            </a:extLst>
          </p:cNvPr>
          <p:cNvSpPr txBox="1"/>
          <p:nvPr/>
        </p:nvSpPr>
        <p:spPr>
          <a:xfrm>
            <a:off x="1545579" y="2314322"/>
            <a:ext cx="8804134" cy="2308324"/>
          </a:xfrm>
          <a:prstGeom prst="rect">
            <a:avLst/>
          </a:prstGeom>
          <a:noFill/>
        </p:spPr>
        <p:txBody>
          <a:bodyPr wrap="square" rtlCol="0">
            <a:spAutoFit/>
          </a:bodyPr>
          <a:lstStyle/>
          <a:p>
            <a:r>
              <a:rPr lang="en-US" altLang="ko-KR" dirty="0"/>
              <a:t>import </a:t>
            </a:r>
            <a:r>
              <a:rPr lang="en-US" altLang="ko-KR" dirty="0" err="1"/>
              <a:t>cuda.tile</a:t>
            </a:r>
            <a:r>
              <a:rPr lang="en-US" altLang="ko-KR" dirty="0"/>
              <a:t> as </a:t>
            </a:r>
            <a:r>
              <a:rPr lang="en-US" altLang="ko-KR" dirty="0" err="1"/>
              <a:t>ct</a:t>
            </a:r>
            <a:endParaRPr lang="en-US" altLang="ko-KR" dirty="0"/>
          </a:p>
          <a:p>
            <a:r>
              <a:rPr lang="en-US" altLang="ko-KR" dirty="0"/>
              <a:t>@ct.</a:t>
            </a:r>
            <a:r>
              <a:rPr lang="en-US" altLang="ko-KR" b="1" dirty="0">
                <a:solidFill>
                  <a:srgbClr val="C00000"/>
                </a:solidFill>
              </a:rPr>
              <a:t>kernel</a:t>
            </a:r>
          </a:p>
          <a:p>
            <a:r>
              <a:rPr lang="en-US" altLang="ko-KR" dirty="0"/>
              <a:t>def </a:t>
            </a:r>
            <a:r>
              <a:rPr lang="en-US" altLang="ko-KR" dirty="0" err="1"/>
              <a:t>vector_add_kernel</a:t>
            </a:r>
            <a:r>
              <a:rPr lang="en-US" altLang="ko-KR" dirty="0"/>
              <a:t>(a, b, result):</a:t>
            </a:r>
          </a:p>
          <a:p>
            <a:r>
              <a:rPr lang="en-US" altLang="ko-KR" dirty="0"/>
              <a:t>    </a:t>
            </a:r>
            <a:r>
              <a:rPr lang="en-US" altLang="ko-KR" dirty="0" err="1"/>
              <a:t>block_id</a:t>
            </a:r>
            <a:r>
              <a:rPr lang="en-US" altLang="ko-KR" dirty="0"/>
              <a:t> = </a:t>
            </a:r>
            <a:r>
              <a:rPr lang="en-US" altLang="ko-KR" dirty="0" err="1"/>
              <a:t>ct.bid</a:t>
            </a:r>
            <a:r>
              <a:rPr lang="en-US" altLang="ko-KR" dirty="0"/>
              <a:t>(0)</a:t>
            </a:r>
          </a:p>
          <a:p>
            <a:r>
              <a:rPr lang="en-US" altLang="ko-KR" dirty="0"/>
              <a:t>    </a:t>
            </a:r>
            <a:r>
              <a:rPr lang="en-US" altLang="ko-KR" dirty="0" err="1"/>
              <a:t>a_tile</a:t>
            </a:r>
            <a:r>
              <a:rPr lang="en-US" altLang="ko-KR" dirty="0"/>
              <a:t> = </a:t>
            </a:r>
            <a:r>
              <a:rPr lang="en-US" altLang="ko-KR" dirty="0" err="1"/>
              <a:t>ct.</a:t>
            </a:r>
            <a:r>
              <a:rPr lang="en-US" altLang="ko-KR" b="1" dirty="0" err="1">
                <a:solidFill>
                  <a:srgbClr val="C00000"/>
                </a:solidFill>
              </a:rPr>
              <a:t>load</a:t>
            </a:r>
            <a:r>
              <a:rPr lang="en-US" altLang="ko-KR" dirty="0"/>
              <a:t>(a, index=(</a:t>
            </a:r>
            <a:r>
              <a:rPr lang="en-US" altLang="ko-KR" dirty="0" err="1"/>
              <a:t>block_id</a:t>
            </a:r>
            <a:r>
              <a:rPr lang="en-US" altLang="ko-KR" dirty="0"/>
              <a:t>,), shape=(TILE_SIZE,))</a:t>
            </a:r>
          </a:p>
          <a:p>
            <a:r>
              <a:rPr lang="en-US" altLang="ko-KR" dirty="0"/>
              <a:t>    </a:t>
            </a:r>
            <a:r>
              <a:rPr lang="en-US" altLang="ko-KR" dirty="0" err="1"/>
              <a:t>b_tile</a:t>
            </a:r>
            <a:r>
              <a:rPr lang="en-US" altLang="ko-KR" dirty="0"/>
              <a:t> = </a:t>
            </a:r>
            <a:r>
              <a:rPr lang="en-US" altLang="ko-KR" dirty="0" err="1"/>
              <a:t>ct.</a:t>
            </a:r>
            <a:r>
              <a:rPr lang="en-US" altLang="ko-KR" b="1" dirty="0" err="1">
                <a:solidFill>
                  <a:srgbClr val="C00000"/>
                </a:solidFill>
              </a:rPr>
              <a:t>load</a:t>
            </a:r>
            <a:r>
              <a:rPr lang="en-US" altLang="ko-KR" dirty="0"/>
              <a:t>(b, index=(</a:t>
            </a:r>
            <a:r>
              <a:rPr lang="en-US" altLang="ko-KR" dirty="0" err="1"/>
              <a:t>block_id</a:t>
            </a:r>
            <a:r>
              <a:rPr lang="en-US" altLang="ko-KR" dirty="0"/>
              <a:t>,), shape=(TILE_SIZE,))</a:t>
            </a:r>
          </a:p>
          <a:p>
            <a:r>
              <a:rPr lang="en-US" altLang="ko-KR" dirty="0"/>
              <a:t>    </a:t>
            </a:r>
            <a:r>
              <a:rPr lang="en-US" altLang="ko-KR" dirty="0" err="1">
                <a:solidFill>
                  <a:srgbClr val="0000FF"/>
                </a:solidFill>
              </a:rPr>
              <a:t>result_tile</a:t>
            </a:r>
            <a:r>
              <a:rPr lang="en-US" altLang="ko-KR" dirty="0">
                <a:solidFill>
                  <a:srgbClr val="0000FF"/>
                </a:solidFill>
              </a:rPr>
              <a:t> = </a:t>
            </a:r>
            <a:r>
              <a:rPr lang="en-US" altLang="ko-KR" dirty="0" err="1">
                <a:solidFill>
                  <a:srgbClr val="0000FF"/>
                </a:solidFill>
              </a:rPr>
              <a:t>a_tile</a:t>
            </a:r>
            <a:r>
              <a:rPr lang="en-US" altLang="ko-KR" dirty="0">
                <a:solidFill>
                  <a:srgbClr val="0000FF"/>
                </a:solidFill>
              </a:rPr>
              <a:t> + </a:t>
            </a:r>
            <a:r>
              <a:rPr lang="en-US" altLang="ko-KR" dirty="0" err="1">
                <a:solidFill>
                  <a:srgbClr val="0000FF"/>
                </a:solidFill>
              </a:rPr>
              <a:t>b_tile</a:t>
            </a:r>
            <a:endParaRPr lang="en-US" altLang="ko-KR" dirty="0">
              <a:solidFill>
                <a:srgbClr val="0000FF"/>
              </a:solidFill>
            </a:endParaRPr>
          </a:p>
          <a:p>
            <a:r>
              <a:rPr lang="en-US" altLang="ko-KR" dirty="0"/>
              <a:t>    </a:t>
            </a:r>
            <a:r>
              <a:rPr lang="en-US" altLang="ko-KR" dirty="0" err="1"/>
              <a:t>ct.</a:t>
            </a:r>
            <a:r>
              <a:rPr lang="en-US" altLang="ko-KR" b="1" dirty="0" err="1">
                <a:solidFill>
                  <a:srgbClr val="C00000"/>
                </a:solidFill>
              </a:rPr>
              <a:t>store</a:t>
            </a:r>
            <a:r>
              <a:rPr lang="en-US" altLang="ko-KR" dirty="0"/>
              <a:t>(result, index=(</a:t>
            </a:r>
            <a:r>
              <a:rPr lang="en-US" altLang="ko-KR" dirty="0" err="1"/>
              <a:t>block_id</a:t>
            </a:r>
            <a:r>
              <a:rPr lang="en-US" altLang="ko-KR" dirty="0"/>
              <a:t>,), tile=</a:t>
            </a:r>
            <a:r>
              <a:rPr lang="en-US" altLang="ko-KR" dirty="0" err="1"/>
              <a:t>result_tile</a:t>
            </a:r>
            <a:r>
              <a:rPr lang="en-US" altLang="ko-KR" dirty="0"/>
              <a:t>)</a:t>
            </a:r>
            <a:endParaRPr lang="ko-KR" altLang="en-US" dirty="0"/>
          </a:p>
        </p:txBody>
      </p:sp>
    </p:spTree>
    <p:extLst>
      <p:ext uri="{BB962C8B-B14F-4D97-AF65-F5344CB8AC3E}">
        <p14:creationId xmlns:p14="http://schemas.microsoft.com/office/powerpoint/2010/main" val="1779636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4C20A0AB-7C42-4198-9C4D-28BD2A06485B}"/>
              </a:ext>
            </a:extLst>
          </p:cNvPr>
          <p:cNvSpPr>
            <a:spLocks noGrp="1"/>
          </p:cNvSpPr>
          <p:nvPr>
            <p:ph idx="1"/>
          </p:nvPr>
        </p:nvSpPr>
        <p:spPr>
          <a:xfrm>
            <a:off x="461913" y="1295407"/>
            <a:ext cx="11481848" cy="5175238"/>
          </a:xfrm>
        </p:spPr>
        <p:txBody>
          <a:bodyPr>
            <a:normAutofit fontScale="92500" lnSpcReduction="10000"/>
          </a:bodyPr>
          <a:lstStyle/>
          <a:p>
            <a:r>
              <a:rPr lang="en-US" altLang="ko-KR" sz="2000" b="0" dirty="0"/>
              <a:t>GPU </a:t>
            </a:r>
            <a:r>
              <a:rPr lang="ko-KR" altLang="en-US" sz="2000" b="0" dirty="0"/>
              <a:t>프로그래밍에서 </a:t>
            </a:r>
            <a:r>
              <a:rPr lang="en-US" altLang="ko-KR" sz="2000" b="0" dirty="0"/>
              <a:t>"</a:t>
            </a:r>
            <a:r>
              <a:rPr lang="ko-KR" altLang="en-US" sz="2000" b="0" dirty="0"/>
              <a:t>타일</a:t>
            </a:r>
            <a:r>
              <a:rPr lang="en-US" altLang="ko-KR" sz="2000" b="0" dirty="0"/>
              <a:t>(Tile)"</a:t>
            </a:r>
            <a:r>
              <a:rPr lang="ko-KR" altLang="en-US" sz="2000" b="0" dirty="0"/>
              <a:t>을 중심으로 연산하는 방식은 지역성</a:t>
            </a:r>
            <a:r>
              <a:rPr lang="en-US" altLang="ko-KR" sz="2000" b="0" dirty="0"/>
              <a:t>(Locality)</a:t>
            </a:r>
            <a:r>
              <a:rPr lang="ko-KR" altLang="en-US" sz="2000" b="0" dirty="0"/>
              <a:t>과 데이터 재사용성</a:t>
            </a:r>
            <a:r>
              <a:rPr lang="en-US" altLang="ko-KR" sz="2000" b="0" dirty="0"/>
              <a:t>(Data Reuse)</a:t>
            </a:r>
            <a:r>
              <a:rPr lang="ko-KR" altLang="en-US" sz="2000" b="0" dirty="0"/>
              <a:t>을 극대화하는 핵심 기법입니다</a:t>
            </a:r>
            <a:r>
              <a:rPr lang="en-US" altLang="ko-KR" sz="2000" b="0" dirty="0"/>
              <a:t>. </a:t>
            </a:r>
            <a:r>
              <a:rPr lang="ko-KR" altLang="en-US" sz="2000" b="0" dirty="0"/>
              <a:t>이는 메모리 계층 구조를 효율적으로 활용하여 성능을 크게 향상시킵니다</a:t>
            </a:r>
            <a:r>
              <a:rPr lang="en-US" altLang="ko-KR" sz="2000" b="0" dirty="0"/>
              <a:t>.</a:t>
            </a:r>
          </a:p>
          <a:p>
            <a:pPr marL="457200" indent="-457200">
              <a:buAutoNum type="arabicPeriod"/>
            </a:pPr>
            <a:r>
              <a:rPr lang="en-US" altLang="ko-KR" sz="2000" b="0" dirty="0"/>
              <a:t>GPU </a:t>
            </a:r>
            <a:r>
              <a:rPr lang="ko-KR" altLang="en-US" sz="2000" b="0" dirty="0"/>
              <a:t>메모리 계층 구조의 이해</a:t>
            </a:r>
          </a:p>
          <a:p>
            <a:pPr marL="457200" lvl="1" indent="0">
              <a:buNone/>
            </a:pPr>
            <a:r>
              <a:rPr lang="en-US" altLang="ko-KR" sz="1600" b="0" dirty="0"/>
              <a:t>GPU</a:t>
            </a:r>
            <a:r>
              <a:rPr lang="ko-KR" altLang="en-US" sz="1600" b="0" dirty="0"/>
              <a:t>는 여러 종류의 메모리를 가지고 있으며</a:t>
            </a:r>
            <a:r>
              <a:rPr lang="en-US" altLang="ko-KR" sz="1600" b="0" dirty="0"/>
              <a:t>, </a:t>
            </a:r>
            <a:r>
              <a:rPr lang="ko-KR" altLang="en-US" sz="1600" b="0" dirty="0"/>
              <a:t>각 메모리는 속도와 용량 면에서 차이가 있다</a:t>
            </a:r>
            <a:r>
              <a:rPr lang="en-US" altLang="ko-KR" sz="1600" b="0" dirty="0"/>
              <a:t>. </a:t>
            </a:r>
            <a:r>
              <a:rPr lang="ko-KR" altLang="en-US" sz="1600" b="0" dirty="0"/>
              <a:t>타일링은 이 구조를 염두에 두고 설계됨</a:t>
            </a:r>
            <a:r>
              <a:rPr lang="en-US" altLang="ko-KR" sz="1600" b="0" dirty="0"/>
              <a:t>.</a:t>
            </a:r>
          </a:p>
          <a:p>
            <a:pPr lvl="1"/>
            <a:r>
              <a:rPr lang="ko-KR" altLang="en-US" sz="1600" b="0" dirty="0"/>
              <a:t>글로벌 메모리 </a:t>
            </a:r>
            <a:r>
              <a:rPr lang="en-US" altLang="ko-KR" sz="1600" b="0" dirty="0"/>
              <a:t>(Global Memory): </a:t>
            </a:r>
            <a:r>
              <a:rPr lang="ko-KR" altLang="en-US" sz="1600" b="0" dirty="0"/>
              <a:t>크기가 크지만</a:t>
            </a:r>
            <a:r>
              <a:rPr lang="en-US" altLang="ko-KR" sz="1600" b="0" dirty="0"/>
              <a:t>, </a:t>
            </a:r>
            <a:r>
              <a:rPr lang="ko-KR" altLang="en-US" sz="1600" b="0" dirty="0"/>
              <a:t>접근 속도가 가장 느립니다</a:t>
            </a:r>
            <a:r>
              <a:rPr lang="en-US" altLang="ko-KR" sz="1600" b="0" dirty="0"/>
              <a:t>. (CPU</a:t>
            </a:r>
            <a:r>
              <a:rPr lang="ko-KR" altLang="en-US" sz="1600" b="0" dirty="0"/>
              <a:t>의 </a:t>
            </a:r>
            <a:r>
              <a:rPr lang="en-US" altLang="ko-KR" sz="1600" b="0" dirty="0"/>
              <a:t>RAM</a:t>
            </a:r>
            <a:r>
              <a:rPr lang="ko-KR" altLang="en-US" sz="1600" b="0" dirty="0"/>
              <a:t>과 유사</a:t>
            </a:r>
            <a:r>
              <a:rPr lang="en-US" altLang="ko-KR" sz="1600" b="0" dirty="0"/>
              <a:t>)</a:t>
            </a:r>
          </a:p>
          <a:p>
            <a:pPr lvl="1"/>
            <a:r>
              <a:rPr lang="ko-KR" altLang="en-US" sz="1600" b="0" dirty="0"/>
              <a:t>공유 메모리 </a:t>
            </a:r>
            <a:r>
              <a:rPr lang="en-US" altLang="ko-KR" sz="1600" b="0" dirty="0"/>
              <a:t>(Shared Memory / LDS): </a:t>
            </a:r>
            <a:r>
              <a:rPr lang="ko-KR" altLang="en-US" sz="1600" b="0" dirty="0"/>
              <a:t>용량은 매우 작지만</a:t>
            </a:r>
            <a:r>
              <a:rPr lang="en-US" altLang="ko-KR" sz="1600" b="0" dirty="0"/>
              <a:t>, </a:t>
            </a:r>
            <a:r>
              <a:rPr lang="ko-KR" altLang="en-US" sz="1600" b="0" dirty="0"/>
              <a:t>접근 속도가 매우 빠릅니다 </a:t>
            </a:r>
            <a:r>
              <a:rPr lang="en-US" altLang="ko-KR" sz="1600" b="0" dirty="0"/>
              <a:t>(</a:t>
            </a:r>
            <a:r>
              <a:rPr lang="ko-KR" altLang="en-US" sz="1600" b="0" dirty="0"/>
              <a:t>글로벌 메모리보다 </a:t>
            </a:r>
            <a:r>
              <a:rPr lang="en-US" altLang="ko-KR" sz="1600" b="0" dirty="0"/>
              <a:t>100</a:t>
            </a:r>
            <a:r>
              <a:rPr lang="ko-KR" altLang="en-US" sz="1600" b="0" dirty="0"/>
              <a:t>배 이상 빠름</a:t>
            </a:r>
            <a:r>
              <a:rPr lang="en-US" altLang="ko-KR" sz="1600" b="0" dirty="0"/>
              <a:t>). </a:t>
            </a:r>
            <a:r>
              <a:rPr lang="ko-KR" altLang="en-US" sz="1600" b="0" dirty="0"/>
              <a:t>같은 워크그룹</a:t>
            </a:r>
            <a:r>
              <a:rPr lang="en-US" altLang="ko-KR" sz="1600" b="0" dirty="0"/>
              <a:t>/</a:t>
            </a:r>
            <a:r>
              <a:rPr lang="ko-KR" altLang="en-US" sz="1600" b="0" dirty="0"/>
              <a:t>스레드 그룹 내의 스레드들이 공유할 수 있습니다</a:t>
            </a:r>
            <a:r>
              <a:rPr lang="en-US" altLang="ko-KR" sz="1600" b="0" dirty="0"/>
              <a:t>.</a:t>
            </a:r>
          </a:p>
          <a:p>
            <a:pPr lvl="1"/>
            <a:r>
              <a:rPr lang="ko-KR" altLang="en-US" sz="1600" b="0" dirty="0"/>
              <a:t>캐시 </a:t>
            </a:r>
            <a:r>
              <a:rPr lang="en-US" altLang="ko-KR" sz="1600" b="0" dirty="0"/>
              <a:t>(Cache): </a:t>
            </a:r>
            <a:r>
              <a:rPr lang="ko-KR" altLang="en-US" sz="1600" b="0" dirty="0"/>
              <a:t>공유 메모리보다 더 작고 빠르며</a:t>
            </a:r>
            <a:r>
              <a:rPr lang="en-US" altLang="ko-KR" sz="1600" b="0" dirty="0"/>
              <a:t>, </a:t>
            </a:r>
            <a:r>
              <a:rPr lang="ko-KR" altLang="en-US" sz="1600" b="0" dirty="0"/>
              <a:t>하드웨어에 의해 자동 관리됩니다</a:t>
            </a:r>
            <a:r>
              <a:rPr lang="en-US" altLang="ko-KR" sz="1600" b="0" dirty="0"/>
              <a:t>.</a:t>
            </a:r>
          </a:p>
          <a:p>
            <a:pPr marL="457200" lvl="1" indent="-457200">
              <a:spcBef>
                <a:spcPts val="1000"/>
              </a:spcBef>
              <a:buFont typeface="+mj-lt"/>
              <a:buAutoNum type="arabicPeriod" startAt="2"/>
            </a:pPr>
            <a:r>
              <a:rPr lang="ko-KR" altLang="en-US" sz="2000" dirty="0" err="1">
                <a:ea typeface="Noto Sans CJK KR Medium" panose="020B0600000000000000" pitchFamily="34" charset="-127"/>
              </a:rPr>
              <a:t>타일링</a:t>
            </a:r>
            <a:r>
              <a:rPr lang="ko-KR" altLang="en-US" sz="2000" dirty="0">
                <a:ea typeface="Noto Sans CJK KR Medium" panose="020B0600000000000000" pitchFamily="34" charset="-127"/>
              </a:rPr>
              <a:t> </a:t>
            </a:r>
            <a:r>
              <a:rPr lang="en-US" altLang="ko-KR" sz="2000" dirty="0">
                <a:ea typeface="Noto Sans CJK KR Medium" panose="020B0600000000000000" pitchFamily="34" charset="-127"/>
              </a:rPr>
              <a:t>(Tiling) </a:t>
            </a:r>
            <a:r>
              <a:rPr lang="ko-KR" altLang="en-US" sz="2000" dirty="0">
                <a:ea typeface="Noto Sans CJK KR Medium" panose="020B0600000000000000" pitchFamily="34" charset="-127"/>
              </a:rPr>
              <a:t>기법이란</a:t>
            </a:r>
            <a:r>
              <a:rPr lang="en-US" altLang="ko-KR" sz="2000" dirty="0">
                <a:ea typeface="Noto Sans CJK KR Medium" panose="020B0600000000000000" pitchFamily="34" charset="-127"/>
              </a:rPr>
              <a:t>?</a:t>
            </a:r>
          </a:p>
          <a:p>
            <a:pPr marL="457200" lvl="1" indent="0">
              <a:buNone/>
            </a:pPr>
            <a:r>
              <a:rPr lang="ko-KR" altLang="en-US" sz="1600" dirty="0"/>
              <a:t>타일링은 큰 데이터를 작은 블록 또는 </a:t>
            </a:r>
            <a:r>
              <a:rPr lang="en-US" altLang="ko-KR" sz="1600" dirty="0"/>
              <a:t>'</a:t>
            </a:r>
            <a:r>
              <a:rPr lang="ko-KR" altLang="en-US" sz="1600" dirty="0"/>
              <a:t>타일</a:t>
            </a:r>
            <a:r>
              <a:rPr lang="en-US" altLang="ko-KR" sz="1600" dirty="0"/>
              <a:t>'</a:t>
            </a:r>
            <a:r>
              <a:rPr lang="ko-KR" altLang="en-US" sz="1600" dirty="0"/>
              <a:t>로 나누어 처리하는 전략입니다</a:t>
            </a:r>
            <a:r>
              <a:rPr lang="en-US" altLang="ko-KR" sz="1600" dirty="0"/>
              <a:t>.</a:t>
            </a:r>
          </a:p>
          <a:p>
            <a:pPr lvl="1"/>
            <a:r>
              <a:rPr lang="ko-KR" altLang="en-US" sz="1600" dirty="0"/>
              <a:t>데이터 분할</a:t>
            </a:r>
            <a:r>
              <a:rPr lang="en-US" altLang="ko-KR" sz="1600" dirty="0"/>
              <a:t>: </a:t>
            </a:r>
            <a:r>
              <a:rPr lang="ko-KR" altLang="en-US" sz="1600" dirty="0"/>
              <a:t>전체 작업 데이터를 작은 타일로 나눕니다</a:t>
            </a:r>
            <a:r>
              <a:rPr lang="en-US" altLang="ko-KR" sz="1600" dirty="0"/>
              <a:t>.</a:t>
            </a:r>
          </a:p>
          <a:p>
            <a:pPr lvl="1"/>
            <a:r>
              <a:rPr lang="ko-KR" altLang="en-US" sz="1600" dirty="0"/>
              <a:t>공유 메모리로 적재</a:t>
            </a:r>
            <a:r>
              <a:rPr lang="en-US" altLang="ko-KR" sz="1600" dirty="0"/>
              <a:t>: </a:t>
            </a:r>
            <a:r>
              <a:rPr lang="ko-KR" altLang="en-US" sz="1600" dirty="0"/>
              <a:t>각 워크그룹</a:t>
            </a:r>
            <a:r>
              <a:rPr lang="en-US" altLang="ko-KR" sz="1600" dirty="0"/>
              <a:t>(</a:t>
            </a:r>
            <a:r>
              <a:rPr lang="ko-KR" altLang="en-US" sz="1600" dirty="0"/>
              <a:t>스레드 그룹</a:t>
            </a:r>
            <a:r>
              <a:rPr lang="en-US" altLang="ko-KR" sz="1600" dirty="0"/>
              <a:t>)</a:t>
            </a:r>
            <a:r>
              <a:rPr lang="ko-KR" altLang="en-US" sz="1600" dirty="0"/>
              <a:t>은 자신이 담당하는 타일 데이터를 글로벌 메모리에서 고속의 공유 메모리로 한 번에 불러옵니다</a:t>
            </a:r>
            <a:r>
              <a:rPr lang="en-US" altLang="ko-KR" sz="1600" dirty="0"/>
              <a:t>.</a:t>
            </a:r>
          </a:p>
          <a:p>
            <a:pPr lvl="1"/>
            <a:r>
              <a:rPr lang="ko-KR" altLang="en-US" sz="1600" dirty="0"/>
              <a:t>고속 연산</a:t>
            </a:r>
            <a:r>
              <a:rPr lang="en-US" altLang="ko-KR" sz="1600" dirty="0"/>
              <a:t>: </a:t>
            </a:r>
            <a:r>
              <a:rPr lang="ko-KR" altLang="en-US" sz="1600" dirty="0"/>
              <a:t>불러온 타일 데이터에 대해 여러 스레드가 공유 메모리 내에서 집중적으로 연산을 수행합니다</a:t>
            </a:r>
            <a:r>
              <a:rPr lang="en-US" altLang="ko-KR" sz="1600" dirty="0"/>
              <a:t>.</a:t>
            </a:r>
          </a:p>
          <a:p>
            <a:pPr lvl="1"/>
            <a:r>
              <a:rPr lang="ko-KR" altLang="en-US" sz="1600" dirty="0"/>
              <a:t>결과 저장</a:t>
            </a:r>
            <a:r>
              <a:rPr lang="en-US" altLang="ko-KR" sz="1600" dirty="0"/>
              <a:t>: </a:t>
            </a:r>
            <a:r>
              <a:rPr lang="ko-KR" altLang="en-US" sz="1600" dirty="0"/>
              <a:t>연산이 완료된 후</a:t>
            </a:r>
            <a:r>
              <a:rPr lang="en-US" altLang="ko-KR" sz="1600" dirty="0"/>
              <a:t>, </a:t>
            </a:r>
            <a:r>
              <a:rPr lang="ko-KR" altLang="en-US" sz="1600" dirty="0"/>
              <a:t>최종 결과를 다시 글로벌 메모리로 저장합니다</a:t>
            </a:r>
            <a:r>
              <a:rPr lang="en-US" altLang="ko-KR" sz="1600" dirty="0"/>
              <a:t>.</a:t>
            </a:r>
          </a:p>
        </p:txBody>
      </p:sp>
      <p:sp>
        <p:nvSpPr>
          <p:cNvPr id="3" name="슬라이드 번호 개체 틀 2">
            <a:extLst>
              <a:ext uri="{FF2B5EF4-FFF2-40B4-BE49-F238E27FC236}">
                <a16:creationId xmlns:a16="http://schemas.microsoft.com/office/drawing/2014/main" id="{58AA59A7-520E-4C4F-95CF-DFBD1AA1DA4A}"/>
              </a:ext>
            </a:extLst>
          </p:cNvPr>
          <p:cNvSpPr>
            <a:spLocks noGrp="1"/>
          </p:cNvSpPr>
          <p:nvPr>
            <p:ph type="sldNum" sz="quarter" idx="12"/>
          </p:nvPr>
        </p:nvSpPr>
        <p:spPr/>
        <p:txBody>
          <a:bodyPr/>
          <a:lstStyle/>
          <a:p>
            <a:fld id="{60713B85-413F-4AF8-87EF-6B2EC5D22D3F}" type="slidenum">
              <a:rPr lang="ko-KR" altLang="en-US" smtClean="0"/>
              <a:pPr/>
              <a:t>34</a:t>
            </a:fld>
            <a:endParaRPr lang="ko-KR" altLang="en-US" dirty="0"/>
          </a:p>
        </p:txBody>
      </p:sp>
      <p:sp>
        <p:nvSpPr>
          <p:cNvPr id="4" name="제목 3">
            <a:extLst>
              <a:ext uri="{FF2B5EF4-FFF2-40B4-BE49-F238E27FC236}">
                <a16:creationId xmlns:a16="http://schemas.microsoft.com/office/drawing/2014/main" id="{E5706B64-B108-4EFC-B246-B025795C6577}"/>
              </a:ext>
            </a:extLst>
          </p:cNvPr>
          <p:cNvSpPr>
            <a:spLocks noGrp="1"/>
          </p:cNvSpPr>
          <p:nvPr>
            <p:ph type="title"/>
          </p:nvPr>
        </p:nvSpPr>
        <p:spPr/>
        <p:txBody>
          <a:bodyPr/>
          <a:lstStyle/>
          <a:p>
            <a:r>
              <a:rPr lang="en-US" altLang="ko-KR" dirty="0"/>
              <a:t>Tile based GPU Programming Model</a:t>
            </a:r>
            <a:endParaRPr lang="ko-KR" altLang="en-US" dirty="0"/>
          </a:p>
        </p:txBody>
      </p:sp>
    </p:spTree>
    <p:extLst>
      <p:ext uri="{BB962C8B-B14F-4D97-AF65-F5344CB8AC3E}">
        <p14:creationId xmlns:p14="http://schemas.microsoft.com/office/powerpoint/2010/main" val="2382723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4C20A0AB-7C42-4198-9C4D-28BD2A06485B}"/>
              </a:ext>
            </a:extLst>
          </p:cNvPr>
          <p:cNvSpPr>
            <a:spLocks noGrp="1"/>
          </p:cNvSpPr>
          <p:nvPr>
            <p:ph idx="1"/>
          </p:nvPr>
        </p:nvSpPr>
        <p:spPr>
          <a:xfrm>
            <a:off x="461913" y="1295407"/>
            <a:ext cx="11481848" cy="5175238"/>
          </a:xfrm>
        </p:spPr>
        <p:txBody>
          <a:bodyPr>
            <a:normAutofit lnSpcReduction="10000"/>
          </a:bodyPr>
          <a:lstStyle/>
          <a:p>
            <a:pPr marL="0" indent="0">
              <a:buNone/>
            </a:pPr>
            <a:r>
              <a:rPr lang="en-US" altLang="ko-KR" sz="1600" b="0" dirty="0"/>
              <a:t>A. </a:t>
            </a:r>
            <a:r>
              <a:rPr lang="ko-KR" altLang="en-US" sz="1600" b="0" dirty="0"/>
              <a:t>지역성 </a:t>
            </a:r>
            <a:r>
              <a:rPr lang="en-US" altLang="ko-KR" sz="1600" b="0" dirty="0"/>
              <a:t>(Locality) </a:t>
            </a:r>
            <a:r>
              <a:rPr lang="ko-KR" altLang="en-US" sz="1600" b="0" dirty="0"/>
              <a:t>증대</a:t>
            </a:r>
          </a:p>
          <a:p>
            <a:pPr lvl="1"/>
            <a:r>
              <a:rPr lang="ko-KR" altLang="en-US" sz="1600" b="0" dirty="0"/>
              <a:t>공간적 지역성 </a:t>
            </a:r>
            <a:r>
              <a:rPr lang="en-US" altLang="ko-KR" sz="1600" b="0" dirty="0"/>
              <a:t>(Spatial Locality): </a:t>
            </a:r>
            <a:r>
              <a:rPr lang="ko-KR" altLang="en-US" sz="1600" b="0" dirty="0"/>
              <a:t>글로벌 메모리에서 데이터를 불러올 때</a:t>
            </a:r>
            <a:r>
              <a:rPr lang="en-US" altLang="ko-KR" sz="1600" b="0" dirty="0"/>
              <a:t>, </a:t>
            </a:r>
            <a:r>
              <a:rPr lang="ko-KR" altLang="en-US" sz="1600" b="0" dirty="0"/>
              <a:t>타일 단위로 묶어서 한꺼번에 불러옵니다</a:t>
            </a:r>
            <a:r>
              <a:rPr lang="en-US" altLang="ko-KR" sz="1600" b="0" dirty="0"/>
              <a:t>. GPU</a:t>
            </a:r>
            <a:r>
              <a:rPr lang="ko-KR" altLang="en-US" sz="1600" b="0" dirty="0"/>
              <a:t>는 인접한 메모리 주소를 효율적으로 가져오는 데 최적화되어 있으므로</a:t>
            </a:r>
            <a:r>
              <a:rPr lang="en-US" altLang="ko-KR" sz="1600" b="0" dirty="0"/>
              <a:t>, </a:t>
            </a:r>
            <a:r>
              <a:rPr lang="ko-KR" altLang="en-US" sz="1600" b="0" dirty="0"/>
              <a:t>접근 효율이 높아집니다</a:t>
            </a:r>
            <a:r>
              <a:rPr lang="en-US" altLang="ko-KR" sz="1600" b="0" dirty="0"/>
              <a:t>.</a:t>
            </a:r>
          </a:p>
          <a:p>
            <a:pPr lvl="1"/>
            <a:r>
              <a:rPr lang="ko-KR" altLang="en-US" sz="1600" b="0" dirty="0"/>
              <a:t>시간적 지역성 </a:t>
            </a:r>
            <a:r>
              <a:rPr lang="en-US" altLang="ko-KR" sz="1600" b="0" dirty="0"/>
              <a:t>(Temporal Locality): </a:t>
            </a:r>
            <a:r>
              <a:rPr lang="ko-KR" altLang="en-US" sz="1600" b="0" dirty="0"/>
              <a:t>한 번 공유 메모리로 가져온 데이터를 해당 타일에 대한 모든 연산이 완료될 때까지 집중적으로 사용합니다</a:t>
            </a:r>
            <a:r>
              <a:rPr lang="en-US" altLang="ko-KR" sz="1600" b="0" dirty="0"/>
              <a:t>. </a:t>
            </a:r>
            <a:r>
              <a:rPr lang="ko-KR" altLang="en-US" sz="1600" b="0" dirty="0"/>
              <a:t>느린 글로벌 메모리 접근을 최소화하고 빠른 공유 메모리 접근을 최대화하여</a:t>
            </a:r>
            <a:r>
              <a:rPr lang="en-US" altLang="ko-KR" sz="1600" b="0" dirty="0"/>
              <a:t>, </a:t>
            </a:r>
            <a:r>
              <a:rPr lang="ko-KR" altLang="en-US" sz="1600" b="0" dirty="0"/>
              <a:t>메모리 지연 시간</a:t>
            </a:r>
            <a:r>
              <a:rPr lang="en-US" altLang="ko-KR" sz="1600" b="0" dirty="0"/>
              <a:t>(Latency)</a:t>
            </a:r>
            <a:r>
              <a:rPr lang="ko-KR" altLang="en-US" sz="1600" b="0" dirty="0"/>
              <a:t>을 숨깁니다</a:t>
            </a:r>
            <a:r>
              <a:rPr lang="en-US" altLang="ko-KR" sz="1600" b="0" dirty="0"/>
              <a:t>.</a:t>
            </a:r>
          </a:p>
          <a:p>
            <a:pPr marL="457200" lvl="1" indent="0">
              <a:buNone/>
            </a:pPr>
            <a:endParaRPr lang="en-US" altLang="ko-KR" sz="1600" dirty="0"/>
          </a:p>
          <a:p>
            <a:pPr marL="0" lvl="1" indent="0">
              <a:spcBef>
                <a:spcPts val="1000"/>
              </a:spcBef>
              <a:buNone/>
            </a:pPr>
            <a:r>
              <a:rPr lang="en-US" altLang="ko-KR" sz="1600" dirty="0">
                <a:ea typeface="Noto Sans CJK KR Medium" panose="020B0600000000000000" pitchFamily="34" charset="-127"/>
              </a:rPr>
              <a:t>B. </a:t>
            </a:r>
            <a:r>
              <a:rPr lang="ko-KR" altLang="en-US" sz="1600" dirty="0">
                <a:ea typeface="Noto Sans CJK KR Medium" panose="020B0600000000000000" pitchFamily="34" charset="-127"/>
              </a:rPr>
              <a:t>데이터 재사용성 </a:t>
            </a:r>
            <a:r>
              <a:rPr lang="en-US" altLang="ko-KR" sz="1600" dirty="0">
                <a:ea typeface="Noto Sans CJK KR Medium" panose="020B0600000000000000" pitchFamily="34" charset="-127"/>
              </a:rPr>
              <a:t>(Data Reuse) </a:t>
            </a:r>
            <a:r>
              <a:rPr lang="ko-KR" altLang="en-US" sz="1600" dirty="0">
                <a:ea typeface="Noto Sans CJK KR Medium" panose="020B0600000000000000" pitchFamily="34" charset="-127"/>
              </a:rPr>
              <a:t>향상</a:t>
            </a:r>
          </a:p>
          <a:p>
            <a:pPr lvl="1"/>
            <a:r>
              <a:rPr lang="ko-KR" altLang="en-US" sz="1600" b="0" dirty="0"/>
              <a:t>가장 대표적인 예는 행렬 곱셈</a:t>
            </a:r>
            <a:r>
              <a:rPr lang="en-US" altLang="ko-KR" sz="1600" b="0" dirty="0"/>
              <a:t>(Matrix Multiplication)</a:t>
            </a:r>
            <a:r>
              <a:rPr lang="ko-KR" altLang="en-US" sz="1600" b="0" dirty="0"/>
              <a:t>입니다</a:t>
            </a:r>
            <a:r>
              <a:rPr lang="en-US" altLang="ko-KR" sz="1600" b="0" dirty="0"/>
              <a:t>.</a:t>
            </a:r>
          </a:p>
          <a:p>
            <a:pPr lvl="1"/>
            <a:r>
              <a:rPr lang="ko-KR" altLang="en-US" sz="1600" b="0" dirty="0"/>
              <a:t>만약 </a:t>
            </a:r>
            <a:r>
              <a:rPr lang="ko-KR" altLang="en-US" sz="1600" b="0" dirty="0" err="1"/>
              <a:t>타일링</a:t>
            </a:r>
            <a:r>
              <a:rPr lang="ko-KR" altLang="en-US" sz="1600" b="0" dirty="0"/>
              <a:t> 없이 행렬 곱셈을 수행하면</a:t>
            </a:r>
            <a:r>
              <a:rPr lang="en-US" altLang="ko-KR" sz="1600" b="0" dirty="0"/>
              <a:t>, </a:t>
            </a:r>
            <a:r>
              <a:rPr lang="ko-KR" altLang="en-US" sz="1600" b="0" dirty="0"/>
              <a:t>특정 셀의 결과를 계산하기 위해 메모리에서 동일한 데이터를 여러 번</a:t>
            </a:r>
            <a:r>
              <a:rPr lang="en-US" altLang="ko-KR" sz="1600" b="0" dirty="0"/>
              <a:t>, </a:t>
            </a:r>
            <a:r>
              <a:rPr lang="ko-KR" altLang="en-US" sz="1600" b="0" dirty="0"/>
              <a:t>반복적으로 가져와야 할 수 있습니다</a:t>
            </a:r>
            <a:r>
              <a:rPr lang="en-US" altLang="ko-KR" sz="1600" b="0" dirty="0"/>
              <a:t>. </a:t>
            </a:r>
            <a:r>
              <a:rPr lang="ko-KR" altLang="en-US" sz="1600" b="0" dirty="0"/>
              <a:t>이는 비효율적입니다</a:t>
            </a:r>
            <a:r>
              <a:rPr lang="en-US" altLang="ko-KR" sz="1600" b="0" dirty="0"/>
              <a:t>.</a:t>
            </a:r>
          </a:p>
          <a:p>
            <a:pPr lvl="1"/>
            <a:r>
              <a:rPr lang="ko-KR" altLang="en-US" sz="1600" b="0" dirty="0"/>
              <a:t>타일링을 사용하면</a:t>
            </a:r>
            <a:r>
              <a:rPr lang="en-US" altLang="ko-KR" sz="1600" b="0" dirty="0"/>
              <a:t>, </a:t>
            </a:r>
            <a:r>
              <a:rPr lang="ko-KR" altLang="en-US" sz="1600" b="0" dirty="0"/>
              <a:t>행렬의 작은 블록</a:t>
            </a:r>
            <a:r>
              <a:rPr lang="en-US" altLang="ko-KR" sz="1600" b="0" dirty="0"/>
              <a:t>(</a:t>
            </a:r>
            <a:r>
              <a:rPr lang="ko-KR" altLang="en-US" sz="1600" b="0" dirty="0"/>
              <a:t>타일</a:t>
            </a:r>
            <a:r>
              <a:rPr lang="en-US" altLang="ko-KR" sz="1600" b="0" dirty="0"/>
              <a:t>)</a:t>
            </a:r>
            <a:r>
              <a:rPr lang="ko-KR" altLang="en-US" sz="1600" b="0" dirty="0"/>
              <a:t>을 공유 메모리에 올린 후</a:t>
            </a:r>
            <a:r>
              <a:rPr lang="en-US" altLang="ko-KR" sz="1600" b="0" dirty="0"/>
              <a:t>, </a:t>
            </a:r>
            <a:r>
              <a:rPr lang="ko-KR" altLang="en-US" sz="1600" b="0" dirty="0"/>
              <a:t>해당 타일 내의 모든 필요한 스레드가 이 데이터를 공유하며 재사용합니다</a:t>
            </a:r>
            <a:r>
              <a:rPr lang="en-US" altLang="ko-KR" sz="1600" b="0" dirty="0"/>
              <a:t>. </a:t>
            </a:r>
            <a:r>
              <a:rPr lang="ko-KR" altLang="en-US" sz="1600" b="0" dirty="0"/>
              <a:t>데이터를 메모리에서 한 번만 읽어와서 여러 번 활용하므로 재사용성이 극대화됩니다</a:t>
            </a:r>
            <a:r>
              <a:rPr lang="en-US" altLang="ko-KR" sz="1600" b="0" dirty="0"/>
              <a:t>.</a:t>
            </a:r>
          </a:p>
          <a:p>
            <a:pPr lvl="1"/>
            <a:endParaRPr lang="en-US" altLang="ko-KR" sz="1600" dirty="0"/>
          </a:p>
          <a:p>
            <a:pPr>
              <a:buFont typeface="Wingdings" panose="05000000000000000000" pitchFamily="2" charset="2"/>
              <a:buChar char="à"/>
            </a:pPr>
            <a:r>
              <a:rPr lang="ko-KR" altLang="en-US" sz="1700" b="0" dirty="0">
                <a:sym typeface="Wingdings" panose="05000000000000000000" pitchFamily="2" charset="2"/>
              </a:rPr>
              <a:t>타일링은 느린 글로벌 메모리와 빠른 공유 메모리 사이의 속도 차이를 극복하기 위한 필수적인 최적화 기법입니다</a:t>
            </a:r>
            <a:r>
              <a:rPr lang="en-US" altLang="ko-KR" sz="1700" b="0" dirty="0">
                <a:sym typeface="Wingdings" panose="05000000000000000000" pitchFamily="2" charset="2"/>
              </a:rPr>
              <a:t>. </a:t>
            </a:r>
          </a:p>
          <a:p>
            <a:pPr>
              <a:buFont typeface="Wingdings" panose="05000000000000000000" pitchFamily="2" charset="2"/>
              <a:buChar char="à"/>
            </a:pPr>
            <a:r>
              <a:rPr lang="ko-KR" altLang="en-US" sz="1700" b="0" dirty="0">
                <a:sym typeface="Wingdings" panose="05000000000000000000" pitchFamily="2" charset="2"/>
              </a:rPr>
              <a:t>데이터를 </a:t>
            </a:r>
            <a:r>
              <a:rPr lang="en-US" altLang="ko-KR" sz="1700" b="0" dirty="0">
                <a:sym typeface="Wingdings" panose="05000000000000000000" pitchFamily="2" charset="2"/>
              </a:rPr>
              <a:t>'</a:t>
            </a:r>
            <a:r>
              <a:rPr lang="ko-KR" altLang="en-US" sz="1700" b="0" dirty="0">
                <a:sym typeface="Wingdings" panose="05000000000000000000" pitchFamily="2" charset="2"/>
              </a:rPr>
              <a:t>타일</a:t>
            </a:r>
            <a:r>
              <a:rPr lang="en-US" altLang="ko-KR" sz="1700" b="0" dirty="0">
                <a:sym typeface="Wingdings" panose="05000000000000000000" pitchFamily="2" charset="2"/>
              </a:rPr>
              <a:t>' </a:t>
            </a:r>
            <a:r>
              <a:rPr lang="ko-KR" altLang="en-US" sz="1700" b="0" dirty="0">
                <a:sym typeface="Wingdings" panose="05000000000000000000" pitchFamily="2" charset="2"/>
              </a:rPr>
              <a:t>단위로 묶어 고속의 공유 메모리에서 집중적으로 처리함으로써 메모리 접근 병목 현상을 줄이고</a:t>
            </a:r>
            <a:r>
              <a:rPr lang="en-US" altLang="ko-KR" sz="1700" b="0" dirty="0">
                <a:sym typeface="Wingdings" panose="05000000000000000000" pitchFamily="2" charset="2"/>
              </a:rPr>
              <a:t>, </a:t>
            </a:r>
            <a:r>
              <a:rPr lang="ko-KR" altLang="en-US" sz="1700" b="0" dirty="0">
                <a:sym typeface="Wingdings" panose="05000000000000000000" pitchFamily="2" charset="2"/>
              </a:rPr>
              <a:t>연산 효율을 극대화합니다</a:t>
            </a:r>
            <a:r>
              <a:rPr lang="en-US" altLang="ko-KR" sz="1700" b="0" dirty="0">
                <a:sym typeface="Wingdings" panose="05000000000000000000" pitchFamily="2" charset="2"/>
              </a:rPr>
              <a:t>.</a:t>
            </a:r>
            <a:endParaRPr lang="en-US" altLang="ko-KR" sz="1700" b="0" dirty="0"/>
          </a:p>
        </p:txBody>
      </p:sp>
      <p:sp>
        <p:nvSpPr>
          <p:cNvPr id="3" name="슬라이드 번호 개체 틀 2">
            <a:extLst>
              <a:ext uri="{FF2B5EF4-FFF2-40B4-BE49-F238E27FC236}">
                <a16:creationId xmlns:a16="http://schemas.microsoft.com/office/drawing/2014/main" id="{58AA59A7-520E-4C4F-95CF-DFBD1AA1DA4A}"/>
              </a:ext>
            </a:extLst>
          </p:cNvPr>
          <p:cNvSpPr>
            <a:spLocks noGrp="1"/>
          </p:cNvSpPr>
          <p:nvPr>
            <p:ph type="sldNum" sz="quarter" idx="12"/>
          </p:nvPr>
        </p:nvSpPr>
        <p:spPr/>
        <p:txBody>
          <a:bodyPr/>
          <a:lstStyle/>
          <a:p>
            <a:fld id="{60713B85-413F-4AF8-87EF-6B2EC5D22D3F}" type="slidenum">
              <a:rPr lang="ko-KR" altLang="en-US" smtClean="0"/>
              <a:pPr/>
              <a:t>35</a:t>
            </a:fld>
            <a:endParaRPr lang="ko-KR" altLang="en-US" dirty="0"/>
          </a:p>
        </p:txBody>
      </p:sp>
      <p:sp>
        <p:nvSpPr>
          <p:cNvPr id="4" name="제목 3">
            <a:extLst>
              <a:ext uri="{FF2B5EF4-FFF2-40B4-BE49-F238E27FC236}">
                <a16:creationId xmlns:a16="http://schemas.microsoft.com/office/drawing/2014/main" id="{E5706B64-B108-4EFC-B246-B025795C6577}"/>
              </a:ext>
            </a:extLst>
          </p:cNvPr>
          <p:cNvSpPr>
            <a:spLocks noGrp="1"/>
          </p:cNvSpPr>
          <p:nvPr>
            <p:ph type="title"/>
          </p:nvPr>
        </p:nvSpPr>
        <p:spPr/>
        <p:txBody>
          <a:bodyPr/>
          <a:lstStyle/>
          <a:p>
            <a:r>
              <a:rPr lang="en-US" altLang="ko-KR" dirty="0"/>
              <a:t>Tile based GPU Programming Model</a:t>
            </a:r>
            <a:endParaRPr lang="ko-KR" altLang="en-US" dirty="0"/>
          </a:p>
        </p:txBody>
      </p:sp>
    </p:spTree>
    <p:extLst>
      <p:ext uri="{BB962C8B-B14F-4D97-AF65-F5344CB8AC3E}">
        <p14:creationId xmlns:p14="http://schemas.microsoft.com/office/powerpoint/2010/main" val="14708497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슬라이드 번호 개체 틀 2">
            <a:extLst>
              <a:ext uri="{FF2B5EF4-FFF2-40B4-BE49-F238E27FC236}">
                <a16:creationId xmlns:a16="http://schemas.microsoft.com/office/drawing/2014/main" id="{95F7EFB2-E253-4EC8-8588-9E0D6EEA492A}"/>
              </a:ext>
            </a:extLst>
          </p:cNvPr>
          <p:cNvSpPr>
            <a:spLocks noGrp="1"/>
          </p:cNvSpPr>
          <p:nvPr>
            <p:ph type="sldNum" sz="quarter" idx="12"/>
          </p:nvPr>
        </p:nvSpPr>
        <p:spPr/>
        <p:txBody>
          <a:bodyPr/>
          <a:lstStyle/>
          <a:p>
            <a:fld id="{60713B85-413F-4AF8-87EF-6B2EC5D22D3F}" type="slidenum">
              <a:rPr lang="ko-KR" altLang="en-US" smtClean="0"/>
              <a:pPr/>
              <a:t>36</a:t>
            </a:fld>
            <a:endParaRPr lang="ko-KR" altLang="en-US" dirty="0"/>
          </a:p>
        </p:txBody>
      </p:sp>
      <p:sp>
        <p:nvSpPr>
          <p:cNvPr id="4" name="제목 3">
            <a:extLst>
              <a:ext uri="{FF2B5EF4-FFF2-40B4-BE49-F238E27FC236}">
                <a16:creationId xmlns:a16="http://schemas.microsoft.com/office/drawing/2014/main" id="{FB466121-825A-4550-A261-47AB680047AE}"/>
              </a:ext>
            </a:extLst>
          </p:cNvPr>
          <p:cNvSpPr>
            <a:spLocks noGrp="1"/>
          </p:cNvSpPr>
          <p:nvPr>
            <p:ph type="title"/>
          </p:nvPr>
        </p:nvSpPr>
        <p:spPr/>
        <p:txBody>
          <a:bodyPr/>
          <a:lstStyle/>
          <a:p>
            <a:r>
              <a:rPr lang="en-US" altLang="ko-KR" dirty="0"/>
              <a:t>Tile </a:t>
            </a:r>
            <a:r>
              <a:rPr lang="ko-KR" altLang="en-US" dirty="0"/>
              <a:t>기반</a:t>
            </a:r>
            <a:r>
              <a:rPr lang="en-US" altLang="ko-KR" dirty="0"/>
              <a:t> GPU Programming</a:t>
            </a:r>
            <a:endParaRPr lang="ko-KR" altLang="en-US" dirty="0"/>
          </a:p>
        </p:txBody>
      </p:sp>
      <p:pic>
        <p:nvPicPr>
          <p:cNvPr id="6" name="그림 5">
            <a:extLst>
              <a:ext uri="{FF2B5EF4-FFF2-40B4-BE49-F238E27FC236}">
                <a16:creationId xmlns:a16="http://schemas.microsoft.com/office/drawing/2014/main" id="{4AF18D8E-605B-486C-B7D0-BDD2EF45172F}"/>
              </a:ext>
            </a:extLst>
          </p:cNvPr>
          <p:cNvPicPr>
            <a:picLocks noChangeAspect="1"/>
          </p:cNvPicPr>
          <p:nvPr/>
        </p:nvPicPr>
        <p:blipFill>
          <a:blip r:embed="rId2"/>
          <a:stretch>
            <a:fillRect/>
          </a:stretch>
        </p:blipFill>
        <p:spPr>
          <a:xfrm>
            <a:off x="0" y="1863330"/>
            <a:ext cx="12192000" cy="4620775"/>
          </a:xfrm>
          <a:prstGeom prst="rect">
            <a:avLst/>
          </a:prstGeom>
        </p:spPr>
      </p:pic>
      <p:sp>
        <p:nvSpPr>
          <p:cNvPr id="7" name="내용 개체 틀 1">
            <a:extLst>
              <a:ext uri="{FF2B5EF4-FFF2-40B4-BE49-F238E27FC236}">
                <a16:creationId xmlns:a16="http://schemas.microsoft.com/office/drawing/2014/main" id="{82D0E5A5-E4FC-464D-BCA3-10F7C92A1DD7}"/>
              </a:ext>
            </a:extLst>
          </p:cNvPr>
          <p:cNvSpPr>
            <a:spLocks noGrp="1"/>
          </p:cNvSpPr>
          <p:nvPr>
            <p:ph idx="1"/>
          </p:nvPr>
        </p:nvSpPr>
        <p:spPr>
          <a:xfrm>
            <a:off x="838200" y="1295407"/>
            <a:ext cx="10515600" cy="614363"/>
          </a:xfrm>
        </p:spPr>
        <p:txBody>
          <a:bodyPr>
            <a:normAutofit/>
          </a:bodyPr>
          <a:lstStyle/>
          <a:p>
            <a:r>
              <a:rPr lang="en-US" altLang="ko-KR" dirty="0"/>
              <a:t>Kernel</a:t>
            </a:r>
            <a:r>
              <a:rPr lang="ko-KR" altLang="en-US" dirty="0"/>
              <a:t> </a:t>
            </a:r>
            <a:r>
              <a:rPr lang="en-US" altLang="ko-KR" dirty="0"/>
              <a:t>Programming (Productive &amp; Performant)</a:t>
            </a:r>
            <a:endParaRPr lang="ko-KR" altLang="en-US" dirty="0"/>
          </a:p>
        </p:txBody>
      </p:sp>
      <p:sp>
        <p:nvSpPr>
          <p:cNvPr id="8" name="TextBox 7">
            <a:extLst>
              <a:ext uri="{FF2B5EF4-FFF2-40B4-BE49-F238E27FC236}">
                <a16:creationId xmlns:a16="http://schemas.microsoft.com/office/drawing/2014/main" id="{BE728682-5A82-4094-A6AE-7E09497C67D1}"/>
              </a:ext>
            </a:extLst>
          </p:cNvPr>
          <p:cNvSpPr txBox="1"/>
          <p:nvPr/>
        </p:nvSpPr>
        <p:spPr>
          <a:xfrm>
            <a:off x="6667893" y="2094520"/>
            <a:ext cx="5524107" cy="646331"/>
          </a:xfrm>
          <a:prstGeom prst="rect">
            <a:avLst/>
          </a:prstGeom>
          <a:noFill/>
        </p:spPr>
        <p:txBody>
          <a:bodyPr wrap="square" rtlCol="0">
            <a:spAutoFit/>
          </a:bodyPr>
          <a:lstStyle/>
          <a:p>
            <a:r>
              <a:rPr lang="en-US" altLang="ko-KR" dirty="0">
                <a:hlinkClick r:id="rId3"/>
              </a:rPr>
              <a:t>https://docs.nvidia.com/cuda/cutile-python/index.html</a:t>
            </a:r>
            <a:endParaRPr lang="en-US" altLang="ko-KR" dirty="0"/>
          </a:p>
          <a:p>
            <a:endParaRPr lang="ko-KR" altLang="en-US" dirty="0"/>
          </a:p>
        </p:txBody>
      </p:sp>
    </p:spTree>
    <p:extLst>
      <p:ext uri="{BB962C8B-B14F-4D97-AF65-F5344CB8AC3E}">
        <p14:creationId xmlns:p14="http://schemas.microsoft.com/office/powerpoint/2010/main" val="2904369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BCD3E6A3-BDC5-4A3E-88D3-E1FF18078542}"/>
              </a:ext>
            </a:extLst>
          </p:cNvPr>
          <p:cNvSpPr>
            <a:spLocks noGrp="1"/>
          </p:cNvSpPr>
          <p:nvPr>
            <p:ph idx="1"/>
          </p:nvPr>
        </p:nvSpPr>
        <p:spPr>
          <a:xfrm>
            <a:off x="838200" y="1295407"/>
            <a:ext cx="10515600" cy="614363"/>
          </a:xfrm>
        </p:spPr>
        <p:txBody>
          <a:bodyPr/>
          <a:lstStyle/>
          <a:p>
            <a:r>
              <a:rPr lang="en-US" altLang="ko-KR" dirty="0"/>
              <a:t>Matrix Multiplication (C = A * B)</a:t>
            </a:r>
            <a:endParaRPr lang="ko-KR" altLang="en-US" dirty="0"/>
          </a:p>
        </p:txBody>
      </p:sp>
      <p:sp>
        <p:nvSpPr>
          <p:cNvPr id="3" name="슬라이드 번호 개체 틀 2">
            <a:extLst>
              <a:ext uri="{FF2B5EF4-FFF2-40B4-BE49-F238E27FC236}">
                <a16:creationId xmlns:a16="http://schemas.microsoft.com/office/drawing/2014/main" id="{B7DC2889-C227-4B48-BF3C-A0C29EE995A4}"/>
              </a:ext>
            </a:extLst>
          </p:cNvPr>
          <p:cNvSpPr>
            <a:spLocks noGrp="1"/>
          </p:cNvSpPr>
          <p:nvPr>
            <p:ph type="sldNum" sz="quarter" idx="12"/>
          </p:nvPr>
        </p:nvSpPr>
        <p:spPr/>
        <p:txBody>
          <a:bodyPr/>
          <a:lstStyle/>
          <a:p>
            <a:fld id="{60713B85-413F-4AF8-87EF-6B2EC5D22D3F}" type="slidenum">
              <a:rPr lang="ko-KR" altLang="en-US" smtClean="0"/>
              <a:pPr/>
              <a:t>37</a:t>
            </a:fld>
            <a:endParaRPr lang="ko-KR" altLang="en-US" dirty="0"/>
          </a:p>
        </p:txBody>
      </p:sp>
      <p:sp>
        <p:nvSpPr>
          <p:cNvPr id="4" name="제목 3">
            <a:extLst>
              <a:ext uri="{FF2B5EF4-FFF2-40B4-BE49-F238E27FC236}">
                <a16:creationId xmlns:a16="http://schemas.microsoft.com/office/drawing/2014/main" id="{564A26FC-646F-40C8-8CC8-A697EE7E50AA}"/>
              </a:ext>
            </a:extLst>
          </p:cNvPr>
          <p:cNvSpPr>
            <a:spLocks noGrp="1"/>
          </p:cNvSpPr>
          <p:nvPr>
            <p:ph type="title"/>
          </p:nvPr>
        </p:nvSpPr>
        <p:spPr/>
        <p:txBody>
          <a:bodyPr/>
          <a:lstStyle/>
          <a:p>
            <a:r>
              <a:rPr lang="en-US" altLang="ko-KR" dirty="0"/>
              <a:t>Tile </a:t>
            </a:r>
            <a:r>
              <a:rPr lang="ko-KR" altLang="en-US" dirty="0"/>
              <a:t>기반</a:t>
            </a:r>
            <a:r>
              <a:rPr lang="en-US" altLang="ko-KR" dirty="0"/>
              <a:t> GPU Programming</a:t>
            </a:r>
            <a:endParaRPr lang="ko-KR" altLang="en-US" dirty="0"/>
          </a:p>
        </p:txBody>
      </p:sp>
      <p:pic>
        <p:nvPicPr>
          <p:cNvPr id="5" name="그림 4">
            <a:extLst>
              <a:ext uri="{FF2B5EF4-FFF2-40B4-BE49-F238E27FC236}">
                <a16:creationId xmlns:a16="http://schemas.microsoft.com/office/drawing/2014/main" id="{D9CC1E7F-5485-40C1-B77D-F5F182ABA9AB}"/>
              </a:ext>
            </a:extLst>
          </p:cNvPr>
          <p:cNvPicPr>
            <a:picLocks noChangeAspect="1"/>
          </p:cNvPicPr>
          <p:nvPr/>
        </p:nvPicPr>
        <p:blipFill>
          <a:blip r:embed="rId2"/>
          <a:stretch>
            <a:fillRect/>
          </a:stretch>
        </p:blipFill>
        <p:spPr>
          <a:xfrm>
            <a:off x="1348033" y="1856534"/>
            <a:ext cx="10193518" cy="4614111"/>
          </a:xfrm>
          <a:prstGeom prst="rect">
            <a:avLst/>
          </a:prstGeom>
        </p:spPr>
      </p:pic>
    </p:spTree>
    <p:extLst>
      <p:ext uri="{BB962C8B-B14F-4D97-AF65-F5344CB8AC3E}">
        <p14:creationId xmlns:p14="http://schemas.microsoft.com/office/powerpoint/2010/main" val="20987388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바닥글 개체 틀 2">
            <a:extLst>
              <a:ext uri="{FF2B5EF4-FFF2-40B4-BE49-F238E27FC236}">
                <a16:creationId xmlns:a16="http://schemas.microsoft.com/office/drawing/2014/main" id="{A662D2FB-FAC0-4AE8-B4A5-61087E6E4F6E}"/>
              </a:ext>
            </a:extLst>
          </p:cNvPr>
          <p:cNvSpPr>
            <a:spLocks noGrp="1"/>
          </p:cNvSpPr>
          <p:nvPr>
            <p:ph type="ftr" sz="quarter" idx="11"/>
          </p:nvPr>
        </p:nvSpPr>
        <p:spPr>
          <a:xfrm>
            <a:off x="1275010" y="4860137"/>
            <a:ext cx="6593984" cy="273844"/>
          </a:xfrm>
          <a:prstGeom prst="rect">
            <a:avLst/>
          </a:prstGeom>
        </p:spPr>
        <p:txBody>
          <a:bodyPr vert="horz" lIns="91440" tIns="45720" rIns="91440" bIns="45720" rtlCol="0" anchor="ctr"/>
          <a:lstStyle>
            <a:defPPr>
              <a:defRPr lang="ko-KR"/>
            </a:defPPr>
            <a:lvl1pPr marL="0" algn="ctr" defTabSz="914400" rtl="0" eaLnBrk="1" latinLnBrk="1" hangingPunct="1">
              <a:defRPr sz="800" kern="1200">
                <a:solidFill>
                  <a:schemeClr val="tx1">
                    <a:tint val="75000"/>
                  </a:schemeClr>
                </a:solidFill>
                <a:latin typeface="Noto Sans" panose="020B0502040504020204" pitchFamily="34"/>
                <a:ea typeface="Noto Sans CJK KR Regular" panose="020B0500000000000000" pitchFamily="34" charset="-127"/>
                <a:cs typeface="Noto Sans" panose="020B0502040504020204" pitchFamily="34"/>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ko-KR" altLang="en-US">
                <a:ea typeface="Noto Sans" panose="020B0502040504020204" pitchFamily="34"/>
              </a:rPr>
              <a:t>운영체제</a:t>
            </a:r>
            <a:r>
              <a:rPr lang="en-US" altLang="ko-KR">
                <a:ea typeface="Noto Sans" panose="020B0502040504020204" pitchFamily="34"/>
              </a:rPr>
              <a:t>, </a:t>
            </a:r>
            <a:r>
              <a:rPr lang="ko-KR" altLang="en-US">
                <a:ea typeface="Noto Sans" panose="020B0502040504020204" pitchFamily="34"/>
              </a:rPr>
              <a:t>김덕수 지음</a:t>
            </a:r>
            <a:r>
              <a:rPr lang="en-US" altLang="ko-KR">
                <a:ea typeface="Noto Sans" panose="020B0502040504020204" pitchFamily="34"/>
              </a:rPr>
              <a:t>, </a:t>
            </a:r>
            <a:r>
              <a:rPr lang="ko-KR" altLang="en-US">
                <a:ea typeface="Noto Sans" panose="020B0502040504020204" pitchFamily="34"/>
              </a:rPr>
              <a:t>길벗 캠퍼스</a:t>
            </a:r>
            <a:endParaRPr lang="ko-KR" altLang="en-US" dirty="0"/>
          </a:p>
        </p:txBody>
      </p:sp>
      <p:sp>
        <p:nvSpPr>
          <p:cNvPr id="4" name="슬라이드 번호 개체 틀 3">
            <a:extLst>
              <a:ext uri="{FF2B5EF4-FFF2-40B4-BE49-F238E27FC236}">
                <a16:creationId xmlns:a16="http://schemas.microsoft.com/office/drawing/2014/main" id="{0CCCF718-F578-465C-BDE0-F61454E9B894}"/>
              </a:ext>
            </a:extLst>
          </p:cNvPr>
          <p:cNvSpPr>
            <a:spLocks noGrp="1"/>
          </p:cNvSpPr>
          <p:nvPr>
            <p:ph type="sldNum" sz="quarter" idx="12"/>
          </p:nvPr>
        </p:nvSpPr>
        <p:spPr/>
        <p:txBody>
          <a:bodyPr/>
          <a:lstStyle/>
          <a:p>
            <a:fld id="{60713B85-413F-4AF8-87EF-6B2EC5D22D3F}" type="slidenum">
              <a:rPr lang="ko-KR" altLang="en-US" smtClean="0"/>
              <a:pPr/>
              <a:t>38</a:t>
            </a:fld>
            <a:endParaRPr lang="ko-KR" altLang="en-US" dirty="0"/>
          </a:p>
        </p:txBody>
      </p:sp>
      <p:sp>
        <p:nvSpPr>
          <p:cNvPr id="5" name="제목 4">
            <a:extLst>
              <a:ext uri="{FF2B5EF4-FFF2-40B4-BE49-F238E27FC236}">
                <a16:creationId xmlns:a16="http://schemas.microsoft.com/office/drawing/2014/main" id="{95FA6E0C-4E14-4A21-8FA5-3E7D702F436E}"/>
              </a:ext>
            </a:extLst>
          </p:cNvPr>
          <p:cNvSpPr>
            <a:spLocks noGrp="1"/>
          </p:cNvSpPr>
          <p:nvPr>
            <p:ph type="title"/>
          </p:nvPr>
        </p:nvSpPr>
        <p:spPr/>
        <p:txBody>
          <a:bodyPr/>
          <a:lstStyle/>
          <a:p>
            <a:r>
              <a:rPr lang="ko-KR" altLang="en-US" dirty="0"/>
              <a:t>내 </a:t>
            </a:r>
            <a:r>
              <a:rPr lang="en-US" altLang="ko-KR" dirty="0"/>
              <a:t>PC</a:t>
            </a:r>
            <a:r>
              <a:rPr lang="ko-KR" altLang="en-US" dirty="0"/>
              <a:t>를 </a:t>
            </a:r>
            <a:r>
              <a:rPr lang="en-US" altLang="ko-KR" dirty="0"/>
              <a:t>AI </a:t>
            </a:r>
            <a:r>
              <a:rPr lang="ko-KR" altLang="en-US" dirty="0"/>
              <a:t>컴퓨터로 만들려면</a:t>
            </a:r>
            <a:r>
              <a:rPr lang="en-US" altLang="ko-KR" dirty="0"/>
              <a:t>?</a:t>
            </a:r>
            <a:endParaRPr lang="ko-KR" altLang="en-US" dirty="0"/>
          </a:p>
        </p:txBody>
      </p:sp>
      <p:grpSp>
        <p:nvGrpSpPr>
          <p:cNvPr id="24" name="그룹 23">
            <a:extLst>
              <a:ext uri="{FF2B5EF4-FFF2-40B4-BE49-F238E27FC236}">
                <a16:creationId xmlns:a16="http://schemas.microsoft.com/office/drawing/2014/main" id="{04A54FB2-8248-4347-A1F6-BF7D9C634627}"/>
              </a:ext>
            </a:extLst>
          </p:cNvPr>
          <p:cNvGrpSpPr/>
          <p:nvPr/>
        </p:nvGrpSpPr>
        <p:grpSpPr>
          <a:xfrm>
            <a:off x="809566" y="1067875"/>
            <a:ext cx="9209763" cy="5383988"/>
            <a:chOff x="748460" y="1125021"/>
            <a:chExt cx="6719140" cy="5092494"/>
          </a:xfrm>
        </p:grpSpPr>
        <p:sp>
          <p:nvSpPr>
            <p:cNvPr id="6" name="Rectangle 2">
              <a:extLst>
                <a:ext uri="{FF2B5EF4-FFF2-40B4-BE49-F238E27FC236}">
                  <a16:creationId xmlns:a16="http://schemas.microsoft.com/office/drawing/2014/main" id="{E8960320-99D5-45F2-BCDB-2B7A76E12E23}"/>
                </a:ext>
              </a:extLst>
            </p:cNvPr>
            <p:cNvSpPr>
              <a:spLocks noChangeArrowheads="1"/>
            </p:cNvSpPr>
            <p:nvPr/>
          </p:nvSpPr>
          <p:spPr bwMode="auto">
            <a:xfrm>
              <a:off x="748460" y="1493115"/>
              <a:ext cx="6705600" cy="47244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a:solidFill>
                    <a:schemeClr val="tx1"/>
                  </a:solidFill>
                  <a:latin typeface="Arial" panose="020B0604020202020204" pitchFamily="34" charset="0"/>
                  <a:ea typeface="굴림" panose="020B0600000101010101" pitchFamily="50" charset="-127"/>
                </a:defRPr>
              </a:lvl1pPr>
              <a:lvl2pPr marL="742950" indent="-285750" algn="r">
                <a:defRPr>
                  <a:solidFill>
                    <a:schemeClr val="tx1"/>
                  </a:solidFill>
                  <a:latin typeface="Arial" panose="020B0604020202020204" pitchFamily="34" charset="0"/>
                  <a:ea typeface="굴림" panose="020B0600000101010101" pitchFamily="50" charset="-127"/>
                </a:defRPr>
              </a:lvl2pPr>
              <a:lvl3pPr marL="1143000" indent="-228600" algn="r">
                <a:defRPr>
                  <a:solidFill>
                    <a:schemeClr val="tx1"/>
                  </a:solidFill>
                  <a:latin typeface="Arial" panose="020B0604020202020204" pitchFamily="34" charset="0"/>
                  <a:ea typeface="굴림" panose="020B0600000101010101" pitchFamily="50" charset="-127"/>
                </a:defRPr>
              </a:lvl3pPr>
              <a:lvl4pPr marL="1600200" indent="-228600" algn="r">
                <a:defRPr>
                  <a:solidFill>
                    <a:schemeClr val="tx1"/>
                  </a:solidFill>
                  <a:latin typeface="Arial" panose="020B0604020202020204" pitchFamily="34" charset="0"/>
                  <a:ea typeface="굴림" panose="020B0600000101010101" pitchFamily="50" charset="-127"/>
                </a:defRPr>
              </a:lvl4pPr>
              <a:lvl5pPr marL="2057400" indent="-228600" algn="r">
                <a:defRPr>
                  <a:solidFill>
                    <a:schemeClr val="tx1"/>
                  </a:solidFill>
                  <a:latin typeface="Arial" panose="020B0604020202020204" pitchFamily="34" charset="0"/>
                  <a:ea typeface="굴림" panose="020B0600000101010101" pitchFamily="50" charset="-127"/>
                </a:defRPr>
              </a:lvl5pPr>
              <a:lvl6pPr marL="25146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eaLnBrk="1" hangingPunct="1"/>
              <a:endParaRPr lang="ko-KR" altLang="en-US" sz="1867"/>
            </a:p>
          </p:txBody>
        </p:sp>
        <p:sp>
          <p:nvSpPr>
            <p:cNvPr id="7" name="Rectangle 3">
              <a:extLst>
                <a:ext uri="{FF2B5EF4-FFF2-40B4-BE49-F238E27FC236}">
                  <a16:creationId xmlns:a16="http://schemas.microsoft.com/office/drawing/2014/main" id="{253F88D9-D2CD-492F-8884-67C0155A8862}"/>
                </a:ext>
              </a:extLst>
            </p:cNvPr>
            <p:cNvSpPr>
              <a:spLocks noChangeArrowheads="1"/>
            </p:cNvSpPr>
            <p:nvPr/>
          </p:nvSpPr>
          <p:spPr bwMode="auto">
            <a:xfrm>
              <a:off x="1981200" y="5179580"/>
              <a:ext cx="5486400" cy="787400"/>
            </a:xfrm>
            <a:prstGeom prst="rect">
              <a:avLst/>
            </a:prstGeom>
            <a:solidFill>
              <a:schemeClr val="bg2">
                <a:lumMod val="90000"/>
              </a:schemeClr>
            </a:solidFill>
            <a:ln w="9525">
              <a:solidFill>
                <a:schemeClr val="tx1"/>
              </a:solidFill>
              <a:miter lim="800000"/>
              <a:headEnd/>
              <a:tailEnd/>
            </a:ln>
            <a:effectLst/>
          </p:spPr>
          <p:txBody>
            <a:bodyPr wrap="none" anchor="ctr"/>
            <a:lstStyle>
              <a:lvl1pPr algn="r">
                <a:defRPr>
                  <a:solidFill>
                    <a:schemeClr val="tx1"/>
                  </a:solidFill>
                  <a:latin typeface="Arial" panose="020B0604020202020204" pitchFamily="34" charset="0"/>
                  <a:ea typeface="굴림" panose="020B0600000101010101" pitchFamily="50" charset="-127"/>
                </a:defRPr>
              </a:lvl1pPr>
              <a:lvl2pPr marL="742950" indent="-285750" algn="r">
                <a:defRPr>
                  <a:solidFill>
                    <a:schemeClr val="tx1"/>
                  </a:solidFill>
                  <a:latin typeface="Arial" panose="020B0604020202020204" pitchFamily="34" charset="0"/>
                  <a:ea typeface="굴림" panose="020B0600000101010101" pitchFamily="50" charset="-127"/>
                </a:defRPr>
              </a:lvl2pPr>
              <a:lvl3pPr marL="1143000" indent="-228600" algn="r">
                <a:defRPr>
                  <a:solidFill>
                    <a:schemeClr val="tx1"/>
                  </a:solidFill>
                  <a:latin typeface="Arial" panose="020B0604020202020204" pitchFamily="34" charset="0"/>
                  <a:ea typeface="굴림" panose="020B0600000101010101" pitchFamily="50" charset="-127"/>
                </a:defRPr>
              </a:lvl3pPr>
              <a:lvl4pPr marL="1600200" indent="-228600" algn="r">
                <a:defRPr>
                  <a:solidFill>
                    <a:schemeClr val="tx1"/>
                  </a:solidFill>
                  <a:latin typeface="Arial" panose="020B0604020202020204" pitchFamily="34" charset="0"/>
                  <a:ea typeface="굴림" panose="020B0600000101010101" pitchFamily="50" charset="-127"/>
                </a:defRPr>
              </a:lvl4pPr>
              <a:lvl5pPr marL="2057400" indent="-228600" algn="r">
                <a:defRPr>
                  <a:solidFill>
                    <a:schemeClr val="tx1"/>
                  </a:solidFill>
                  <a:latin typeface="Arial" panose="020B0604020202020204" pitchFamily="34" charset="0"/>
                  <a:ea typeface="굴림" panose="020B0600000101010101" pitchFamily="50" charset="-127"/>
                </a:defRPr>
              </a:lvl5pPr>
              <a:lvl6pPr marL="25146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latinLnBrk="1" hangingPunct="1"/>
              <a:r>
                <a:rPr kumimoji="1" lang="en-US" altLang="ko-KR" sz="2133" dirty="0">
                  <a:latin typeface="+mn-lt"/>
                </a:rPr>
                <a:t>Computer</a:t>
              </a:r>
              <a:r>
                <a:rPr kumimoji="1" lang="en-US" altLang="ko-KR" sz="2400" dirty="0">
                  <a:latin typeface="+mn-lt"/>
                </a:rPr>
                <a:t> Hardware</a:t>
              </a:r>
            </a:p>
          </p:txBody>
        </p:sp>
        <p:sp>
          <p:nvSpPr>
            <p:cNvPr id="8" name="Rectangle 4">
              <a:extLst>
                <a:ext uri="{FF2B5EF4-FFF2-40B4-BE49-F238E27FC236}">
                  <a16:creationId xmlns:a16="http://schemas.microsoft.com/office/drawing/2014/main" id="{0CEB8EBB-5109-4C54-BB27-3B694CBF8536}"/>
                </a:ext>
              </a:extLst>
            </p:cNvPr>
            <p:cNvSpPr>
              <a:spLocks noChangeArrowheads="1"/>
            </p:cNvSpPr>
            <p:nvPr/>
          </p:nvSpPr>
          <p:spPr bwMode="auto">
            <a:xfrm>
              <a:off x="1981200" y="2888961"/>
              <a:ext cx="2895600" cy="787400"/>
            </a:xfrm>
            <a:prstGeom prst="rect">
              <a:avLst/>
            </a:prstGeom>
            <a:solidFill>
              <a:schemeClr val="bg2">
                <a:lumMod val="90000"/>
              </a:schemeClr>
            </a:solidFill>
            <a:ln w="9525">
              <a:solidFill>
                <a:schemeClr val="tx1"/>
              </a:solidFill>
              <a:miter lim="800000"/>
              <a:headEnd/>
              <a:tailEnd/>
            </a:ln>
            <a:effectLst/>
          </p:spPr>
          <p:txBody>
            <a:bodyPr wrap="none" anchor="ctr"/>
            <a:lstStyle>
              <a:lvl1pPr algn="r">
                <a:defRPr>
                  <a:solidFill>
                    <a:schemeClr val="tx1"/>
                  </a:solidFill>
                  <a:latin typeface="Arial" panose="020B0604020202020204" pitchFamily="34" charset="0"/>
                  <a:ea typeface="굴림" panose="020B0600000101010101" pitchFamily="50" charset="-127"/>
                </a:defRPr>
              </a:lvl1pPr>
              <a:lvl2pPr marL="742950" indent="-285750" algn="r">
                <a:defRPr>
                  <a:solidFill>
                    <a:schemeClr val="tx1"/>
                  </a:solidFill>
                  <a:latin typeface="Arial" panose="020B0604020202020204" pitchFamily="34" charset="0"/>
                  <a:ea typeface="굴림" panose="020B0600000101010101" pitchFamily="50" charset="-127"/>
                </a:defRPr>
              </a:lvl2pPr>
              <a:lvl3pPr marL="1143000" indent="-228600" algn="r">
                <a:defRPr>
                  <a:solidFill>
                    <a:schemeClr val="tx1"/>
                  </a:solidFill>
                  <a:latin typeface="Arial" panose="020B0604020202020204" pitchFamily="34" charset="0"/>
                  <a:ea typeface="굴림" panose="020B0600000101010101" pitchFamily="50" charset="-127"/>
                </a:defRPr>
              </a:lvl3pPr>
              <a:lvl4pPr marL="1600200" indent="-228600" algn="r">
                <a:defRPr>
                  <a:solidFill>
                    <a:schemeClr val="tx1"/>
                  </a:solidFill>
                  <a:latin typeface="Arial" panose="020B0604020202020204" pitchFamily="34" charset="0"/>
                  <a:ea typeface="굴림" panose="020B0600000101010101" pitchFamily="50" charset="-127"/>
                </a:defRPr>
              </a:lvl4pPr>
              <a:lvl5pPr marL="2057400" indent="-228600" algn="r">
                <a:defRPr>
                  <a:solidFill>
                    <a:schemeClr val="tx1"/>
                  </a:solidFill>
                  <a:latin typeface="Arial" panose="020B0604020202020204" pitchFamily="34" charset="0"/>
                  <a:ea typeface="굴림" panose="020B0600000101010101" pitchFamily="50" charset="-127"/>
                </a:defRPr>
              </a:lvl5pPr>
              <a:lvl6pPr marL="25146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latinLnBrk="1" hangingPunct="1"/>
              <a:r>
                <a:rPr kumimoji="1" lang="en-US" altLang="ko-KR" sz="1867" dirty="0">
                  <a:latin typeface="+mn-lt"/>
                </a:rPr>
                <a:t>System SW and Utilities</a:t>
              </a:r>
            </a:p>
          </p:txBody>
        </p:sp>
        <p:sp>
          <p:nvSpPr>
            <p:cNvPr id="9" name="Oval 5">
              <a:extLst>
                <a:ext uri="{FF2B5EF4-FFF2-40B4-BE49-F238E27FC236}">
                  <a16:creationId xmlns:a16="http://schemas.microsoft.com/office/drawing/2014/main" id="{727BEFD1-F5C0-4AE1-90E6-E6B878D990EF}"/>
                </a:ext>
              </a:extLst>
            </p:cNvPr>
            <p:cNvSpPr>
              <a:spLocks noChangeArrowheads="1"/>
            </p:cNvSpPr>
            <p:nvPr/>
          </p:nvSpPr>
          <p:spPr bwMode="auto">
            <a:xfrm>
              <a:off x="1981200" y="1672070"/>
              <a:ext cx="914400" cy="858982"/>
            </a:xfrm>
            <a:prstGeom prst="ellipse">
              <a:avLst/>
            </a:prstGeom>
            <a:solidFill>
              <a:schemeClr val="bg2">
                <a:lumMod val="90000"/>
              </a:schemeClr>
            </a:solidFill>
            <a:ln w="9525">
              <a:solidFill>
                <a:schemeClr val="tx1"/>
              </a:solidFill>
              <a:round/>
              <a:headEnd/>
              <a:tailEnd/>
            </a:ln>
            <a:effectLst/>
          </p:spPr>
          <p:txBody>
            <a:bodyPr wrap="none" anchor="ctr"/>
            <a:lstStyle>
              <a:lvl1pPr algn="r">
                <a:defRPr>
                  <a:solidFill>
                    <a:schemeClr val="tx1"/>
                  </a:solidFill>
                  <a:latin typeface="Arial" panose="020B0604020202020204" pitchFamily="34" charset="0"/>
                  <a:ea typeface="굴림" panose="020B0600000101010101" pitchFamily="50" charset="-127"/>
                </a:defRPr>
              </a:lvl1pPr>
              <a:lvl2pPr marL="742950" indent="-285750" algn="r">
                <a:defRPr>
                  <a:solidFill>
                    <a:schemeClr val="tx1"/>
                  </a:solidFill>
                  <a:latin typeface="Arial" panose="020B0604020202020204" pitchFamily="34" charset="0"/>
                  <a:ea typeface="굴림" panose="020B0600000101010101" pitchFamily="50" charset="-127"/>
                </a:defRPr>
              </a:lvl2pPr>
              <a:lvl3pPr marL="1143000" indent="-228600" algn="r">
                <a:defRPr>
                  <a:solidFill>
                    <a:schemeClr val="tx1"/>
                  </a:solidFill>
                  <a:latin typeface="Arial" panose="020B0604020202020204" pitchFamily="34" charset="0"/>
                  <a:ea typeface="굴림" panose="020B0600000101010101" pitchFamily="50" charset="-127"/>
                </a:defRPr>
              </a:lvl3pPr>
              <a:lvl4pPr marL="1600200" indent="-228600" algn="r">
                <a:defRPr>
                  <a:solidFill>
                    <a:schemeClr val="tx1"/>
                  </a:solidFill>
                  <a:latin typeface="Arial" panose="020B0604020202020204" pitchFamily="34" charset="0"/>
                  <a:ea typeface="굴림" panose="020B0600000101010101" pitchFamily="50" charset="-127"/>
                </a:defRPr>
              </a:lvl4pPr>
              <a:lvl5pPr marL="2057400" indent="-228600" algn="r">
                <a:defRPr>
                  <a:solidFill>
                    <a:schemeClr val="tx1"/>
                  </a:solidFill>
                  <a:latin typeface="Arial" panose="020B0604020202020204" pitchFamily="34" charset="0"/>
                  <a:ea typeface="굴림" panose="020B0600000101010101" pitchFamily="50" charset="-127"/>
                </a:defRPr>
              </a:lvl5pPr>
              <a:lvl6pPr marL="25146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latinLnBrk="1" hangingPunct="1">
                <a:lnSpc>
                  <a:spcPct val="80000"/>
                </a:lnSpc>
              </a:pPr>
              <a:r>
                <a:rPr kumimoji="1" lang="en-US" altLang="ko-KR" sz="1467" dirty="0">
                  <a:latin typeface="+mn-lt"/>
                </a:rPr>
                <a:t>Application</a:t>
              </a:r>
            </a:p>
            <a:p>
              <a:pPr algn="ctr" eaLnBrk="1" latinLnBrk="1" hangingPunct="1">
                <a:lnSpc>
                  <a:spcPct val="80000"/>
                </a:lnSpc>
              </a:pPr>
              <a:r>
                <a:rPr kumimoji="1" lang="en-US" altLang="ko-KR" sz="1467" dirty="0">
                  <a:latin typeface="+mn-lt"/>
                </a:rPr>
                <a:t>Process</a:t>
              </a:r>
            </a:p>
          </p:txBody>
        </p:sp>
        <p:sp>
          <p:nvSpPr>
            <p:cNvPr id="10" name="Oval 6">
              <a:extLst>
                <a:ext uri="{FF2B5EF4-FFF2-40B4-BE49-F238E27FC236}">
                  <a16:creationId xmlns:a16="http://schemas.microsoft.com/office/drawing/2014/main" id="{A4229501-4B40-43FF-963D-4B79ADFB3D8B}"/>
                </a:ext>
              </a:extLst>
            </p:cNvPr>
            <p:cNvSpPr>
              <a:spLocks noChangeArrowheads="1"/>
            </p:cNvSpPr>
            <p:nvPr/>
          </p:nvSpPr>
          <p:spPr bwMode="auto">
            <a:xfrm>
              <a:off x="3276600" y="1672070"/>
              <a:ext cx="914400" cy="858982"/>
            </a:xfrm>
            <a:prstGeom prst="ellipse">
              <a:avLst/>
            </a:prstGeom>
            <a:solidFill>
              <a:schemeClr val="bg2">
                <a:lumMod val="90000"/>
              </a:schemeClr>
            </a:solidFill>
            <a:ln w="9525">
              <a:solidFill>
                <a:schemeClr val="tx1"/>
              </a:solidFill>
              <a:round/>
              <a:headEnd/>
              <a:tailEnd/>
            </a:ln>
            <a:effectLst/>
          </p:spPr>
          <p:txBody>
            <a:bodyPr wrap="none" anchor="ctr"/>
            <a:lstStyle>
              <a:lvl1pPr algn="r">
                <a:defRPr>
                  <a:solidFill>
                    <a:schemeClr val="tx1"/>
                  </a:solidFill>
                  <a:latin typeface="Arial" panose="020B0604020202020204" pitchFamily="34" charset="0"/>
                  <a:ea typeface="굴림" panose="020B0600000101010101" pitchFamily="50" charset="-127"/>
                </a:defRPr>
              </a:lvl1pPr>
              <a:lvl2pPr marL="742950" indent="-285750" algn="r">
                <a:defRPr>
                  <a:solidFill>
                    <a:schemeClr val="tx1"/>
                  </a:solidFill>
                  <a:latin typeface="Arial" panose="020B0604020202020204" pitchFamily="34" charset="0"/>
                  <a:ea typeface="굴림" panose="020B0600000101010101" pitchFamily="50" charset="-127"/>
                </a:defRPr>
              </a:lvl2pPr>
              <a:lvl3pPr marL="1143000" indent="-228600" algn="r">
                <a:defRPr>
                  <a:solidFill>
                    <a:schemeClr val="tx1"/>
                  </a:solidFill>
                  <a:latin typeface="Arial" panose="020B0604020202020204" pitchFamily="34" charset="0"/>
                  <a:ea typeface="굴림" panose="020B0600000101010101" pitchFamily="50" charset="-127"/>
                </a:defRPr>
              </a:lvl3pPr>
              <a:lvl4pPr marL="1600200" indent="-228600" algn="r">
                <a:defRPr>
                  <a:solidFill>
                    <a:schemeClr val="tx1"/>
                  </a:solidFill>
                  <a:latin typeface="Arial" panose="020B0604020202020204" pitchFamily="34" charset="0"/>
                  <a:ea typeface="굴림" panose="020B0600000101010101" pitchFamily="50" charset="-127"/>
                </a:defRPr>
              </a:lvl4pPr>
              <a:lvl5pPr marL="2057400" indent="-228600" algn="r">
                <a:defRPr>
                  <a:solidFill>
                    <a:schemeClr val="tx1"/>
                  </a:solidFill>
                  <a:latin typeface="Arial" panose="020B0604020202020204" pitchFamily="34" charset="0"/>
                  <a:ea typeface="굴림" panose="020B0600000101010101" pitchFamily="50" charset="-127"/>
                </a:defRPr>
              </a:lvl5pPr>
              <a:lvl6pPr marL="25146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latinLnBrk="1" hangingPunct="1">
                <a:lnSpc>
                  <a:spcPct val="80000"/>
                </a:lnSpc>
              </a:pPr>
              <a:r>
                <a:rPr kumimoji="1" lang="en-US" altLang="ko-KR" sz="1467">
                  <a:latin typeface="+mn-lt"/>
                </a:rPr>
                <a:t>Application</a:t>
              </a:r>
            </a:p>
            <a:p>
              <a:pPr algn="ctr" eaLnBrk="1" latinLnBrk="1" hangingPunct="1">
                <a:lnSpc>
                  <a:spcPct val="80000"/>
                </a:lnSpc>
              </a:pPr>
              <a:r>
                <a:rPr kumimoji="1" lang="en-US" altLang="ko-KR" sz="1467">
                  <a:latin typeface="+mn-lt"/>
                </a:rPr>
                <a:t>Process</a:t>
              </a:r>
            </a:p>
          </p:txBody>
        </p:sp>
        <p:sp>
          <p:nvSpPr>
            <p:cNvPr id="11" name="Oval 7">
              <a:extLst>
                <a:ext uri="{FF2B5EF4-FFF2-40B4-BE49-F238E27FC236}">
                  <a16:creationId xmlns:a16="http://schemas.microsoft.com/office/drawing/2014/main" id="{4D6A6D07-2368-456A-A888-38AC938A4278}"/>
                </a:ext>
              </a:extLst>
            </p:cNvPr>
            <p:cNvSpPr>
              <a:spLocks noChangeArrowheads="1"/>
            </p:cNvSpPr>
            <p:nvPr/>
          </p:nvSpPr>
          <p:spPr bwMode="auto">
            <a:xfrm>
              <a:off x="4572000" y="1672070"/>
              <a:ext cx="914400" cy="858982"/>
            </a:xfrm>
            <a:prstGeom prst="ellipse">
              <a:avLst/>
            </a:prstGeom>
            <a:solidFill>
              <a:schemeClr val="bg2">
                <a:lumMod val="90000"/>
              </a:schemeClr>
            </a:solidFill>
            <a:ln w="9525">
              <a:solidFill>
                <a:schemeClr val="tx1"/>
              </a:solidFill>
              <a:round/>
              <a:headEnd/>
              <a:tailEnd/>
            </a:ln>
            <a:effectLst/>
          </p:spPr>
          <p:txBody>
            <a:bodyPr wrap="none" anchor="ctr"/>
            <a:lstStyle>
              <a:lvl1pPr algn="r">
                <a:defRPr>
                  <a:solidFill>
                    <a:schemeClr val="tx1"/>
                  </a:solidFill>
                  <a:latin typeface="Arial" panose="020B0604020202020204" pitchFamily="34" charset="0"/>
                  <a:ea typeface="굴림" panose="020B0600000101010101" pitchFamily="50" charset="-127"/>
                </a:defRPr>
              </a:lvl1pPr>
              <a:lvl2pPr marL="742950" indent="-285750" algn="r">
                <a:defRPr>
                  <a:solidFill>
                    <a:schemeClr val="tx1"/>
                  </a:solidFill>
                  <a:latin typeface="Arial" panose="020B0604020202020204" pitchFamily="34" charset="0"/>
                  <a:ea typeface="굴림" panose="020B0600000101010101" pitchFamily="50" charset="-127"/>
                </a:defRPr>
              </a:lvl2pPr>
              <a:lvl3pPr marL="1143000" indent="-228600" algn="r">
                <a:defRPr>
                  <a:solidFill>
                    <a:schemeClr val="tx1"/>
                  </a:solidFill>
                  <a:latin typeface="Arial" panose="020B0604020202020204" pitchFamily="34" charset="0"/>
                  <a:ea typeface="굴림" panose="020B0600000101010101" pitchFamily="50" charset="-127"/>
                </a:defRPr>
              </a:lvl3pPr>
              <a:lvl4pPr marL="1600200" indent="-228600" algn="r">
                <a:defRPr>
                  <a:solidFill>
                    <a:schemeClr val="tx1"/>
                  </a:solidFill>
                  <a:latin typeface="Arial" panose="020B0604020202020204" pitchFamily="34" charset="0"/>
                  <a:ea typeface="굴림" panose="020B0600000101010101" pitchFamily="50" charset="-127"/>
                </a:defRPr>
              </a:lvl4pPr>
              <a:lvl5pPr marL="2057400" indent="-228600" algn="r">
                <a:defRPr>
                  <a:solidFill>
                    <a:schemeClr val="tx1"/>
                  </a:solidFill>
                  <a:latin typeface="Arial" panose="020B0604020202020204" pitchFamily="34" charset="0"/>
                  <a:ea typeface="굴림" panose="020B0600000101010101" pitchFamily="50" charset="-127"/>
                </a:defRPr>
              </a:lvl5pPr>
              <a:lvl6pPr marL="25146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latinLnBrk="1" hangingPunct="1">
                <a:lnSpc>
                  <a:spcPct val="80000"/>
                </a:lnSpc>
              </a:pPr>
              <a:r>
                <a:rPr kumimoji="1" lang="en-US" altLang="ko-KR" sz="1467">
                  <a:latin typeface="+mn-lt"/>
                </a:rPr>
                <a:t>Application</a:t>
              </a:r>
            </a:p>
            <a:p>
              <a:pPr algn="ctr" eaLnBrk="1" latinLnBrk="1" hangingPunct="1">
                <a:lnSpc>
                  <a:spcPct val="80000"/>
                </a:lnSpc>
              </a:pPr>
              <a:r>
                <a:rPr kumimoji="1" lang="en-US" altLang="ko-KR" sz="1467">
                  <a:latin typeface="+mn-lt"/>
                </a:rPr>
                <a:t>Process</a:t>
              </a:r>
            </a:p>
          </p:txBody>
        </p:sp>
        <p:sp>
          <p:nvSpPr>
            <p:cNvPr id="12" name="Text Box 8">
              <a:extLst>
                <a:ext uri="{FF2B5EF4-FFF2-40B4-BE49-F238E27FC236}">
                  <a16:creationId xmlns:a16="http://schemas.microsoft.com/office/drawing/2014/main" id="{32B8B02B-099C-45ED-BF74-2DD8AEFF89C4}"/>
                </a:ext>
              </a:extLst>
            </p:cNvPr>
            <p:cNvSpPr txBox="1">
              <a:spLocks noChangeArrowheads="1"/>
            </p:cNvSpPr>
            <p:nvPr/>
          </p:nvSpPr>
          <p:spPr bwMode="auto">
            <a:xfrm>
              <a:off x="4419600" y="4678506"/>
              <a:ext cx="1890143" cy="436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r">
                <a:defRPr>
                  <a:solidFill>
                    <a:schemeClr val="tx1"/>
                  </a:solidFill>
                  <a:latin typeface="Arial" panose="020B0604020202020204" pitchFamily="34" charset="0"/>
                  <a:ea typeface="굴림" panose="020B0600000101010101" pitchFamily="50" charset="-127"/>
                </a:defRPr>
              </a:lvl1pPr>
              <a:lvl2pPr marL="742950" indent="-285750" algn="r">
                <a:defRPr>
                  <a:solidFill>
                    <a:schemeClr val="tx1"/>
                  </a:solidFill>
                  <a:latin typeface="Arial" panose="020B0604020202020204" pitchFamily="34" charset="0"/>
                  <a:ea typeface="굴림" panose="020B0600000101010101" pitchFamily="50" charset="-127"/>
                </a:defRPr>
              </a:lvl2pPr>
              <a:lvl3pPr marL="1143000" indent="-228600" algn="r">
                <a:defRPr>
                  <a:solidFill>
                    <a:schemeClr val="tx1"/>
                  </a:solidFill>
                  <a:latin typeface="Arial" panose="020B0604020202020204" pitchFamily="34" charset="0"/>
                  <a:ea typeface="굴림" panose="020B0600000101010101" pitchFamily="50" charset="-127"/>
                </a:defRPr>
              </a:lvl3pPr>
              <a:lvl4pPr marL="1600200" indent="-228600" algn="r">
                <a:defRPr>
                  <a:solidFill>
                    <a:schemeClr val="tx1"/>
                  </a:solidFill>
                  <a:latin typeface="Arial" panose="020B0604020202020204" pitchFamily="34" charset="0"/>
                  <a:ea typeface="굴림" panose="020B0600000101010101" pitchFamily="50" charset="-127"/>
                </a:defRPr>
              </a:lvl4pPr>
              <a:lvl5pPr marL="2057400" indent="-228600" algn="r">
                <a:defRPr>
                  <a:solidFill>
                    <a:schemeClr val="tx1"/>
                  </a:solidFill>
                  <a:latin typeface="Arial" panose="020B0604020202020204" pitchFamily="34" charset="0"/>
                  <a:ea typeface="굴림" panose="020B0600000101010101" pitchFamily="50" charset="-127"/>
                </a:defRPr>
              </a:lvl5pPr>
              <a:lvl6pPr marL="25146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l" eaLnBrk="1" latinLnBrk="1" hangingPunct="1"/>
              <a:r>
                <a:rPr kumimoji="1" lang="en-US" altLang="ko-KR" sz="2400">
                  <a:latin typeface="Arial Narrow" panose="020B0606020202030204" pitchFamily="34" charset="0"/>
                </a:rPr>
                <a:t>System Call Interface</a:t>
              </a:r>
            </a:p>
          </p:txBody>
        </p:sp>
        <p:sp>
          <p:nvSpPr>
            <p:cNvPr id="13" name="Oval 9">
              <a:extLst>
                <a:ext uri="{FF2B5EF4-FFF2-40B4-BE49-F238E27FC236}">
                  <a16:creationId xmlns:a16="http://schemas.microsoft.com/office/drawing/2014/main" id="{9F7F10CA-CC85-4B7A-A13A-5D54FAADC8A9}"/>
                </a:ext>
              </a:extLst>
            </p:cNvPr>
            <p:cNvSpPr>
              <a:spLocks noChangeArrowheads="1"/>
            </p:cNvSpPr>
            <p:nvPr/>
          </p:nvSpPr>
          <p:spPr bwMode="auto">
            <a:xfrm>
              <a:off x="6553200" y="1672070"/>
              <a:ext cx="914400" cy="858982"/>
            </a:xfrm>
            <a:prstGeom prst="ellipse">
              <a:avLst/>
            </a:prstGeom>
            <a:solidFill>
              <a:schemeClr val="bg2">
                <a:lumMod val="90000"/>
              </a:schemeClr>
            </a:solidFill>
            <a:ln w="9525">
              <a:solidFill>
                <a:schemeClr val="tx1"/>
              </a:solidFill>
              <a:round/>
              <a:headEnd/>
              <a:tailEnd/>
            </a:ln>
            <a:effectLst/>
          </p:spPr>
          <p:txBody>
            <a:bodyPr wrap="none" anchor="ctr"/>
            <a:lstStyle>
              <a:lvl1pPr algn="r">
                <a:defRPr>
                  <a:solidFill>
                    <a:schemeClr val="tx1"/>
                  </a:solidFill>
                  <a:latin typeface="Arial" panose="020B0604020202020204" pitchFamily="34" charset="0"/>
                  <a:ea typeface="굴림" panose="020B0600000101010101" pitchFamily="50" charset="-127"/>
                </a:defRPr>
              </a:lvl1pPr>
              <a:lvl2pPr marL="742950" indent="-285750" algn="r">
                <a:defRPr>
                  <a:solidFill>
                    <a:schemeClr val="tx1"/>
                  </a:solidFill>
                  <a:latin typeface="Arial" panose="020B0604020202020204" pitchFamily="34" charset="0"/>
                  <a:ea typeface="굴림" panose="020B0600000101010101" pitchFamily="50" charset="-127"/>
                </a:defRPr>
              </a:lvl2pPr>
              <a:lvl3pPr marL="1143000" indent="-228600" algn="r">
                <a:defRPr>
                  <a:solidFill>
                    <a:schemeClr val="tx1"/>
                  </a:solidFill>
                  <a:latin typeface="Arial" panose="020B0604020202020204" pitchFamily="34" charset="0"/>
                  <a:ea typeface="굴림" panose="020B0600000101010101" pitchFamily="50" charset="-127"/>
                </a:defRPr>
              </a:lvl3pPr>
              <a:lvl4pPr marL="1600200" indent="-228600" algn="r">
                <a:defRPr>
                  <a:solidFill>
                    <a:schemeClr val="tx1"/>
                  </a:solidFill>
                  <a:latin typeface="Arial" panose="020B0604020202020204" pitchFamily="34" charset="0"/>
                  <a:ea typeface="굴림" panose="020B0600000101010101" pitchFamily="50" charset="-127"/>
                </a:defRPr>
              </a:lvl4pPr>
              <a:lvl5pPr marL="2057400" indent="-228600" algn="r">
                <a:defRPr>
                  <a:solidFill>
                    <a:schemeClr val="tx1"/>
                  </a:solidFill>
                  <a:latin typeface="Arial" panose="020B0604020202020204" pitchFamily="34" charset="0"/>
                  <a:ea typeface="굴림" panose="020B0600000101010101" pitchFamily="50" charset="-127"/>
                </a:defRPr>
              </a:lvl5pPr>
              <a:lvl6pPr marL="25146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latinLnBrk="1" hangingPunct="1">
                <a:lnSpc>
                  <a:spcPct val="80000"/>
                </a:lnSpc>
              </a:pPr>
              <a:r>
                <a:rPr kumimoji="1" lang="en-US" altLang="ko-KR" sz="1467">
                  <a:latin typeface="+mn-lt"/>
                </a:rPr>
                <a:t>Application</a:t>
              </a:r>
            </a:p>
            <a:p>
              <a:pPr algn="ctr" eaLnBrk="1" latinLnBrk="1" hangingPunct="1">
                <a:lnSpc>
                  <a:spcPct val="80000"/>
                </a:lnSpc>
              </a:pPr>
              <a:r>
                <a:rPr kumimoji="1" lang="en-US" altLang="ko-KR" sz="1467">
                  <a:latin typeface="+mn-lt"/>
                </a:rPr>
                <a:t>Process</a:t>
              </a:r>
            </a:p>
          </p:txBody>
        </p:sp>
        <p:sp>
          <p:nvSpPr>
            <p:cNvPr id="14" name="Line 10">
              <a:extLst>
                <a:ext uri="{FF2B5EF4-FFF2-40B4-BE49-F238E27FC236}">
                  <a16:creationId xmlns:a16="http://schemas.microsoft.com/office/drawing/2014/main" id="{B94FE182-9E73-4007-B71C-89379F6DEB2C}"/>
                </a:ext>
              </a:extLst>
            </p:cNvPr>
            <p:cNvSpPr>
              <a:spLocks noChangeShapeType="1"/>
            </p:cNvSpPr>
            <p:nvPr/>
          </p:nvSpPr>
          <p:spPr bwMode="auto">
            <a:xfrm>
              <a:off x="5715000" y="2101561"/>
              <a:ext cx="533400"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sz="1867"/>
            </a:p>
          </p:txBody>
        </p:sp>
        <p:sp>
          <p:nvSpPr>
            <p:cNvPr id="15" name="Rectangle 11">
              <a:extLst>
                <a:ext uri="{FF2B5EF4-FFF2-40B4-BE49-F238E27FC236}">
                  <a16:creationId xmlns:a16="http://schemas.microsoft.com/office/drawing/2014/main" id="{240A42AE-1D44-4EE8-B6D2-D98F961508EB}"/>
                </a:ext>
              </a:extLst>
            </p:cNvPr>
            <p:cNvSpPr>
              <a:spLocks noChangeArrowheads="1"/>
            </p:cNvSpPr>
            <p:nvPr/>
          </p:nvSpPr>
          <p:spPr bwMode="auto">
            <a:xfrm>
              <a:off x="1981200" y="4034270"/>
              <a:ext cx="5486400" cy="1145309"/>
            </a:xfrm>
            <a:prstGeom prst="rect">
              <a:avLst/>
            </a:prstGeom>
            <a:solidFill>
              <a:srgbClr val="CC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a:solidFill>
                    <a:schemeClr val="tx1"/>
                  </a:solidFill>
                  <a:latin typeface="Arial" panose="020B0604020202020204" pitchFamily="34" charset="0"/>
                  <a:ea typeface="굴림" panose="020B0600000101010101" pitchFamily="50" charset="-127"/>
                </a:defRPr>
              </a:lvl1pPr>
              <a:lvl2pPr marL="742950" indent="-285750" algn="r">
                <a:defRPr>
                  <a:solidFill>
                    <a:schemeClr val="tx1"/>
                  </a:solidFill>
                  <a:latin typeface="Arial" panose="020B0604020202020204" pitchFamily="34" charset="0"/>
                  <a:ea typeface="굴림" panose="020B0600000101010101" pitchFamily="50" charset="-127"/>
                </a:defRPr>
              </a:lvl2pPr>
              <a:lvl3pPr marL="1143000" indent="-228600" algn="r">
                <a:defRPr>
                  <a:solidFill>
                    <a:schemeClr val="tx1"/>
                  </a:solidFill>
                  <a:latin typeface="Arial" panose="020B0604020202020204" pitchFamily="34" charset="0"/>
                  <a:ea typeface="굴림" panose="020B0600000101010101" pitchFamily="50" charset="-127"/>
                </a:defRPr>
              </a:lvl3pPr>
              <a:lvl4pPr marL="1600200" indent="-228600" algn="r">
                <a:defRPr>
                  <a:solidFill>
                    <a:schemeClr val="tx1"/>
                  </a:solidFill>
                  <a:latin typeface="Arial" panose="020B0604020202020204" pitchFamily="34" charset="0"/>
                  <a:ea typeface="굴림" panose="020B0600000101010101" pitchFamily="50" charset="-127"/>
                </a:defRPr>
              </a:lvl4pPr>
              <a:lvl5pPr marL="2057400" indent="-228600" algn="r">
                <a:defRPr>
                  <a:solidFill>
                    <a:schemeClr val="tx1"/>
                  </a:solidFill>
                  <a:latin typeface="Arial" panose="020B0604020202020204" pitchFamily="34" charset="0"/>
                  <a:ea typeface="굴림" panose="020B0600000101010101" pitchFamily="50" charset="-127"/>
                </a:defRPr>
              </a:lvl5pPr>
              <a:lvl6pPr marL="25146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latinLnBrk="1" hangingPunct="1"/>
              <a:endParaRPr kumimoji="1" lang="ko-KR" altLang="ko-KR" sz="1600">
                <a:latin typeface="+mn-lt"/>
              </a:endParaRPr>
            </a:p>
          </p:txBody>
        </p:sp>
        <p:sp>
          <p:nvSpPr>
            <p:cNvPr id="16" name="Rectangle 12">
              <a:extLst>
                <a:ext uri="{FF2B5EF4-FFF2-40B4-BE49-F238E27FC236}">
                  <a16:creationId xmlns:a16="http://schemas.microsoft.com/office/drawing/2014/main" id="{00A37B1F-A2B3-4D1B-9DAA-319549C578DD}"/>
                </a:ext>
              </a:extLst>
            </p:cNvPr>
            <p:cNvSpPr>
              <a:spLocks noChangeArrowheads="1"/>
            </p:cNvSpPr>
            <p:nvPr/>
          </p:nvSpPr>
          <p:spPr bwMode="auto">
            <a:xfrm>
              <a:off x="2819400" y="4606925"/>
              <a:ext cx="3810000" cy="501073"/>
            </a:xfrm>
            <a:prstGeom prst="rect">
              <a:avLst/>
            </a:prstGeom>
            <a:solidFill>
              <a:srgbClr val="CC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a:solidFill>
                    <a:schemeClr val="tx1"/>
                  </a:solidFill>
                  <a:latin typeface="Arial" panose="020B0604020202020204" pitchFamily="34" charset="0"/>
                  <a:ea typeface="굴림" panose="020B0600000101010101" pitchFamily="50" charset="-127"/>
                </a:defRPr>
              </a:lvl1pPr>
              <a:lvl2pPr marL="742950" indent="-285750" algn="r">
                <a:defRPr>
                  <a:solidFill>
                    <a:schemeClr val="tx1"/>
                  </a:solidFill>
                  <a:latin typeface="Arial" panose="020B0604020202020204" pitchFamily="34" charset="0"/>
                  <a:ea typeface="굴림" panose="020B0600000101010101" pitchFamily="50" charset="-127"/>
                </a:defRPr>
              </a:lvl2pPr>
              <a:lvl3pPr marL="1143000" indent="-228600" algn="r">
                <a:defRPr>
                  <a:solidFill>
                    <a:schemeClr val="tx1"/>
                  </a:solidFill>
                  <a:latin typeface="Arial" panose="020B0604020202020204" pitchFamily="34" charset="0"/>
                  <a:ea typeface="굴림" panose="020B0600000101010101" pitchFamily="50" charset="-127"/>
                </a:defRPr>
              </a:lvl3pPr>
              <a:lvl4pPr marL="1600200" indent="-228600" algn="r">
                <a:defRPr>
                  <a:solidFill>
                    <a:schemeClr val="tx1"/>
                  </a:solidFill>
                  <a:latin typeface="Arial" panose="020B0604020202020204" pitchFamily="34" charset="0"/>
                  <a:ea typeface="굴림" panose="020B0600000101010101" pitchFamily="50" charset="-127"/>
                </a:defRPr>
              </a:lvl4pPr>
              <a:lvl5pPr marL="2057400" indent="-228600" algn="r">
                <a:defRPr>
                  <a:solidFill>
                    <a:schemeClr val="tx1"/>
                  </a:solidFill>
                  <a:latin typeface="Arial" panose="020B0604020202020204" pitchFamily="34" charset="0"/>
                  <a:ea typeface="굴림" panose="020B0600000101010101" pitchFamily="50" charset="-127"/>
                </a:defRPr>
              </a:lvl5pPr>
              <a:lvl6pPr marL="25146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latinLnBrk="1" hangingPunct="1"/>
              <a:r>
                <a:rPr kumimoji="1" lang="en-US" altLang="ko-KR" sz="2133" b="1" dirty="0">
                  <a:latin typeface="+mn-lt"/>
                </a:rPr>
                <a:t>Resource</a:t>
              </a:r>
              <a:r>
                <a:rPr kumimoji="1" lang="en-US" altLang="ko-KR" sz="1867" b="1" dirty="0">
                  <a:latin typeface="+mn-lt"/>
                </a:rPr>
                <a:t> Management</a:t>
              </a:r>
            </a:p>
          </p:txBody>
        </p:sp>
        <p:sp>
          <p:nvSpPr>
            <p:cNvPr id="17" name="Text Box 13">
              <a:extLst>
                <a:ext uri="{FF2B5EF4-FFF2-40B4-BE49-F238E27FC236}">
                  <a16:creationId xmlns:a16="http://schemas.microsoft.com/office/drawing/2014/main" id="{4C21D0D5-0892-4A1A-836F-7FC76507F023}"/>
                </a:ext>
              </a:extLst>
            </p:cNvPr>
            <p:cNvSpPr txBox="1">
              <a:spLocks noChangeArrowheads="1"/>
            </p:cNvSpPr>
            <p:nvPr/>
          </p:nvSpPr>
          <p:spPr bwMode="auto">
            <a:xfrm>
              <a:off x="4343400" y="4156333"/>
              <a:ext cx="669094" cy="397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r">
                <a:defRPr>
                  <a:solidFill>
                    <a:schemeClr val="tx1"/>
                  </a:solidFill>
                  <a:latin typeface="Arial" panose="020B0604020202020204" pitchFamily="34" charset="0"/>
                  <a:ea typeface="굴림" panose="020B0600000101010101" pitchFamily="50" charset="-127"/>
                </a:defRPr>
              </a:lvl1pPr>
              <a:lvl2pPr marL="742950" indent="-285750" algn="r">
                <a:defRPr>
                  <a:solidFill>
                    <a:schemeClr val="tx1"/>
                  </a:solidFill>
                  <a:latin typeface="Arial" panose="020B0604020202020204" pitchFamily="34" charset="0"/>
                  <a:ea typeface="굴림" panose="020B0600000101010101" pitchFamily="50" charset="-127"/>
                </a:defRPr>
              </a:lvl2pPr>
              <a:lvl3pPr marL="1143000" indent="-228600" algn="r">
                <a:defRPr>
                  <a:solidFill>
                    <a:schemeClr val="tx1"/>
                  </a:solidFill>
                  <a:latin typeface="Arial" panose="020B0604020202020204" pitchFamily="34" charset="0"/>
                  <a:ea typeface="굴림" panose="020B0600000101010101" pitchFamily="50" charset="-127"/>
                </a:defRPr>
              </a:lvl3pPr>
              <a:lvl4pPr marL="1600200" indent="-228600" algn="r">
                <a:defRPr>
                  <a:solidFill>
                    <a:schemeClr val="tx1"/>
                  </a:solidFill>
                  <a:latin typeface="Arial" panose="020B0604020202020204" pitchFamily="34" charset="0"/>
                  <a:ea typeface="굴림" panose="020B0600000101010101" pitchFamily="50" charset="-127"/>
                </a:defRPr>
              </a:lvl4pPr>
              <a:lvl5pPr marL="2057400" indent="-228600" algn="r">
                <a:defRPr>
                  <a:solidFill>
                    <a:schemeClr val="tx1"/>
                  </a:solidFill>
                  <a:latin typeface="Arial" panose="020B0604020202020204" pitchFamily="34" charset="0"/>
                  <a:ea typeface="굴림" panose="020B0600000101010101" pitchFamily="50" charset="-127"/>
                </a:defRPr>
              </a:lvl5pPr>
              <a:lvl6pPr marL="25146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l" eaLnBrk="1" latinLnBrk="1" hangingPunct="1"/>
              <a:r>
                <a:rPr kumimoji="1" lang="en-US" altLang="ko-KR" sz="2133" b="1" dirty="0">
                  <a:latin typeface="+mn-lt"/>
                </a:rPr>
                <a:t>Kernel</a:t>
              </a:r>
              <a:endParaRPr kumimoji="1" lang="en-US" altLang="ko-KR" sz="1867" b="1" dirty="0">
                <a:latin typeface="+mn-lt"/>
              </a:endParaRPr>
            </a:p>
          </p:txBody>
        </p:sp>
        <p:sp>
          <p:nvSpPr>
            <p:cNvPr id="18" name="Rectangle 14">
              <a:extLst>
                <a:ext uri="{FF2B5EF4-FFF2-40B4-BE49-F238E27FC236}">
                  <a16:creationId xmlns:a16="http://schemas.microsoft.com/office/drawing/2014/main" id="{FB3199AE-A97F-48F4-B675-7605E1DA1610}"/>
                </a:ext>
              </a:extLst>
            </p:cNvPr>
            <p:cNvSpPr>
              <a:spLocks noChangeArrowheads="1"/>
            </p:cNvSpPr>
            <p:nvPr/>
          </p:nvSpPr>
          <p:spPr bwMode="auto">
            <a:xfrm>
              <a:off x="1981200" y="3676361"/>
              <a:ext cx="5486400" cy="357909"/>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r">
                <a:defRPr>
                  <a:solidFill>
                    <a:schemeClr val="tx1"/>
                  </a:solidFill>
                  <a:latin typeface="Arial" panose="020B0604020202020204" pitchFamily="34" charset="0"/>
                  <a:ea typeface="굴림" panose="020B0600000101010101" pitchFamily="50" charset="-127"/>
                </a:defRPr>
              </a:lvl1pPr>
              <a:lvl2pPr marL="742950" indent="-285750" algn="r">
                <a:defRPr>
                  <a:solidFill>
                    <a:schemeClr val="tx1"/>
                  </a:solidFill>
                  <a:latin typeface="Arial" panose="020B0604020202020204" pitchFamily="34" charset="0"/>
                  <a:ea typeface="굴림" panose="020B0600000101010101" pitchFamily="50" charset="-127"/>
                </a:defRPr>
              </a:lvl2pPr>
              <a:lvl3pPr marL="1143000" indent="-228600" algn="r">
                <a:defRPr>
                  <a:solidFill>
                    <a:schemeClr val="tx1"/>
                  </a:solidFill>
                  <a:latin typeface="Arial" panose="020B0604020202020204" pitchFamily="34" charset="0"/>
                  <a:ea typeface="굴림" panose="020B0600000101010101" pitchFamily="50" charset="-127"/>
                </a:defRPr>
              </a:lvl3pPr>
              <a:lvl4pPr marL="1600200" indent="-228600" algn="r">
                <a:defRPr>
                  <a:solidFill>
                    <a:schemeClr val="tx1"/>
                  </a:solidFill>
                  <a:latin typeface="Arial" panose="020B0604020202020204" pitchFamily="34" charset="0"/>
                  <a:ea typeface="굴림" panose="020B0600000101010101" pitchFamily="50" charset="-127"/>
                </a:defRPr>
              </a:lvl4pPr>
              <a:lvl5pPr marL="2057400" indent="-228600" algn="r">
                <a:defRPr>
                  <a:solidFill>
                    <a:schemeClr val="tx1"/>
                  </a:solidFill>
                  <a:latin typeface="Arial" panose="020B0604020202020204" pitchFamily="34" charset="0"/>
                  <a:ea typeface="굴림" panose="020B0600000101010101" pitchFamily="50" charset="-127"/>
                </a:defRPr>
              </a:lvl5pPr>
              <a:lvl6pPr marL="25146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algn="r"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latinLnBrk="1" hangingPunct="1"/>
              <a:r>
                <a:rPr kumimoji="1" lang="en-US" altLang="ko-KR" sz="1867" b="1" dirty="0">
                  <a:latin typeface="+mn-lt"/>
                </a:rPr>
                <a:t>System</a:t>
              </a:r>
              <a:r>
                <a:rPr kumimoji="1" lang="en-US" altLang="ko-KR" sz="1600" b="1" dirty="0">
                  <a:latin typeface="+mn-lt"/>
                </a:rPr>
                <a:t> Call Interface</a:t>
              </a:r>
            </a:p>
          </p:txBody>
        </p:sp>
        <p:sp>
          <p:nvSpPr>
            <p:cNvPr id="19" name="Line 15">
              <a:extLst>
                <a:ext uri="{FF2B5EF4-FFF2-40B4-BE49-F238E27FC236}">
                  <a16:creationId xmlns:a16="http://schemas.microsoft.com/office/drawing/2014/main" id="{BAEDF880-1E7E-40EF-A253-C23F6C5F178E}"/>
                </a:ext>
              </a:extLst>
            </p:cNvPr>
            <p:cNvSpPr>
              <a:spLocks noChangeShapeType="1"/>
            </p:cNvSpPr>
            <p:nvPr/>
          </p:nvSpPr>
          <p:spPr bwMode="auto">
            <a:xfrm>
              <a:off x="3733800" y="2531052"/>
              <a:ext cx="0" cy="357909"/>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sz="1867"/>
            </a:p>
          </p:txBody>
        </p:sp>
        <p:sp>
          <p:nvSpPr>
            <p:cNvPr id="20" name="Line 16">
              <a:extLst>
                <a:ext uri="{FF2B5EF4-FFF2-40B4-BE49-F238E27FC236}">
                  <a16:creationId xmlns:a16="http://schemas.microsoft.com/office/drawing/2014/main" id="{252F3E75-82FB-4F85-98D5-21FD2115848E}"/>
                </a:ext>
              </a:extLst>
            </p:cNvPr>
            <p:cNvSpPr>
              <a:spLocks noChangeShapeType="1"/>
            </p:cNvSpPr>
            <p:nvPr/>
          </p:nvSpPr>
          <p:spPr bwMode="auto">
            <a:xfrm>
              <a:off x="7010400" y="2531052"/>
              <a:ext cx="0" cy="1145309"/>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sz="1867"/>
            </a:p>
          </p:txBody>
        </p:sp>
        <p:sp>
          <p:nvSpPr>
            <p:cNvPr id="21" name="Line 17">
              <a:extLst>
                <a:ext uri="{FF2B5EF4-FFF2-40B4-BE49-F238E27FC236}">
                  <a16:creationId xmlns:a16="http://schemas.microsoft.com/office/drawing/2014/main" id="{388CD231-52A4-42DB-9B83-E229CB4EA892}"/>
                </a:ext>
              </a:extLst>
            </p:cNvPr>
            <p:cNvSpPr>
              <a:spLocks noChangeShapeType="1"/>
            </p:cNvSpPr>
            <p:nvPr/>
          </p:nvSpPr>
          <p:spPr bwMode="auto">
            <a:xfrm>
              <a:off x="2438400" y="2531052"/>
              <a:ext cx="0" cy="357909"/>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sz="1867"/>
            </a:p>
          </p:txBody>
        </p:sp>
        <p:sp>
          <p:nvSpPr>
            <p:cNvPr id="22" name="Line 18">
              <a:extLst>
                <a:ext uri="{FF2B5EF4-FFF2-40B4-BE49-F238E27FC236}">
                  <a16:creationId xmlns:a16="http://schemas.microsoft.com/office/drawing/2014/main" id="{3330A27F-9E2B-4F8F-B96E-98B6C494C2B3}"/>
                </a:ext>
              </a:extLst>
            </p:cNvPr>
            <p:cNvSpPr>
              <a:spLocks noChangeShapeType="1"/>
            </p:cNvSpPr>
            <p:nvPr/>
          </p:nvSpPr>
          <p:spPr bwMode="auto">
            <a:xfrm>
              <a:off x="5029200" y="2531052"/>
              <a:ext cx="0" cy="1145309"/>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sz="1867"/>
            </a:p>
          </p:txBody>
        </p:sp>
        <p:sp>
          <p:nvSpPr>
            <p:cNvPr id="23" name="TextBox 22">
              <a:extLst>
                <a:ext uri="{FF2B5EF4-FFF2-40B4-BE49-F238E27FC236}">
                  <a16:creationId xmlns:a16="http://schemas.microsoft.com/office/drawing/2014/main" id="{87634DD0-DD17-4A86-A1E6-C3CD971B692A}"/>
                </a:ext>
              </a:extLst>
            </p:cNvPr>
            <p:cNvSpPr txBox="1"/>
            <p:nvPr/>
          </p:nvSpPr>
          <p:spPr>
            <a:xfrm>
              <a:off x="1209538" y="1125021"/>
              <a:ext cx="1811366" cy="359101"/>
            </a:xfrm>
            <a:prstGeom prst="rect">
              <a:avLst/>
            </a:prstGeom>
            <a:noFill/>
          </p:spPr>
          <p:txBody>
            <a:bodyPr wrap="none" rtlCol="0">
              <a:spAutoFit/>
            </a:bodyPr>
            <a:lstStyle/>
            <a:p>
              <a:r>
                <a:rPr lang="en-US" altLang="ko-KR" sz="1867" dirty="0"/>
                <a:t>Multi-layer architecture</a:t>
              </a:r>
              <a:endParaRPr lang="ko-KR" altLang="en-US" sz="1867" dirty="0"/>
            </a:p>
          </p:txBody>
        </p:sp>
      </p:grpSp>
    </p:spTree>
    <p:extLst>
      <p:ext uri="{BB962C8B-B14F-4D97-AF65-F5344CB8AC3E}">
        <p14:creationId xmlns:p14="http://schemas.microsoft.com/office/powerpoint/2010/main" val="19540356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BA7E222A-3DD0-4F44-9E84-3F27702EB650}"/>
              </a:ext>
            </a:extLst>
          </p:cNvPr>
          <p:cNvSpPr>
            <a:spLocks noGrp="1"/>
          </p:cNvSpPr>
          <p:nvPr>
            <p:ph type="title"/>
          </p:nvPr>
        </p:nvSpPr>
        <p:spPr/>
        <p:txBody>
          <a:bodyPr>
            <a:normAutofit/>
          </a:bodyPr>
          <a:lstStyle/>
          <a:p>
            <a:r>
              <a:rPr lang="en-US" altLang="ko-KR" dirty="0"/>
              <a:t>Linux &amp; AI Computer</a:t>
            </a:r>
          </a:p>
        </p:txBody>
      </p:sp>
      <p:sp>
        <p:nvSpPr>
          <p:cNvPr id="2" name="슬라이드 번호 개체 틀 1">
            <a:extLst>
              <a:ext uri="{FF2B5EF4-FFF2-40B4-BE49-F238E27FC236}">
                <a16:creationId xmlns:a16="http://schemas.microsoft.com/office/drawing/2014/main" id="{1753471F-72B7-DB45-BAD4-3CFA1E449C20}"/>
              </a:ext>
            </a:extLst>
          </p:cNvPr>
          <p:cNvSpPr>
            <a:spLocks noGrp="1"/>
          </p:cNvSpPr>
          <p:nvPr>
            <p:ph type="sldNum" sz="quarter" idx="12"/>
          </p:nvPr>
        </p:nvSpPr>
        <p:spPr/>
        <p:txBody>
          <a:bodyPr/>
          <a:lstStyle/>
          <a:p>
            <a:fld id="{6353835A-5E09-4503-B599-6DF340CA3988}" type="slidenum">
              <a:rPr lang="ko-KR" altLang="en-US" smtClean="0"/>
              <a:pPr/>
              <a:t>39</a:t>
            </a:fld>
            <a:endParaRPr lang="ko-KR" altLang="en-US"/>
          </a:p>
        </p:txBody>
      </p:sp>
      <p:sp>
        <p:nvSpPr>
          <p:cNvPr id="9" name="텍스트 개체 틀 8">
            <a:extLst>
              <a:ext uri="{FF2B5EF4-FFF2-40B4-BE49-F238E27FC236}">
                <a16:creationId xmlns:a16="http://schemas.microsoft.com/office/drawing/2014/main" id="{2669C13A-11E1-4220-85F5-005C52896341}"/>
              </a:ext>
            </a:extLst>
          </p:cNvPr>
          <p:cNvSpPr>
            <a:spLocks noGrp="1"/>
          </p:cNvSpPr>
          <p:nvPr>
            <p:ph type="body" sz="quarter" idx="13"/>
          </p:nvPr>
        </p:nvSpPr>
        <p:spPr>
          <a:xfrm>
            <a:off x="487015" y="815007"/>
            <a:ext cx="11046173" cy="2456936"/>
          </a:xfrm>
        </p:spPr>
        <p:txBody>
          <a:bodyPr>
            <a:normAutofit/>
          </a:bodyPr>
          <a:lstStyle/>
          <a:p>
            <a:r>
              <a:rPr lang="ko-KR" altLang="en-US" dirty="0"/>
              <a:t>컴퓨터 시스템 구성 요소</a:t>
            </a:r>
            <a:endParaRPr lang="en-US" altLang="ko-KR" dirty="0"/>
          </a:p>
          <a:p>
            <a:pPr lvl="1"/>
            <a:r>
              <a:rPr lang="ko-KR" altLang="en-US" dirty="0"/>
              <a:t>입력</a:t>
            </a:r>
            <a:r>
              <a:rPr lang="en-US" altLang="ko-KR" dirty="0"/>
              <a:t>(Input)/</a:t>
            </a:r>
            <a:r>
              <a:rPr lang="ko-KR" altLang="en-US" dirty="0"/>
              <a:t>출력</a:t>
            </a:r>
            <a:r>
              <a:rPr lang="en-US" altLang="ko-KR" dirty="0"/>
              <a:t>(output) –IO </a:t>
            </a:r>
            <a:r>
              <a:rPr lang="ko-KR" altLang="en-US" dirty="0"/>
              <a:t>포트</a:t>
            </a:r>
            <a:endParaRPr lang="en-US" altLang="ko-KR" dirty="0"/>
          </a:p>
          <a:p>
            <a:pPr lvl="1"/>
            <a:r>
              <a:rPr lang="ko-KR" altLang="en-US" dirty="0"/>
              <a:t>중앙 처리 장치</a:t>
            </a:r>
            <a:r>
              <a:rPr lang="en-US" altLang="ko-KR" dirty="0"/>
              <a:t>(central processing unit, CPU)</a:t>
            </a:r>
          </a:p>
          <a:p>
            <a:pPr lvl="1"/>
            <a:r>
              <a:rPr lang="ko-KR" altLang="en-US" dirty="0"/>
              <a:t>임의 접근 메모리</a:t>
            </a:r>
            <a:r>
              <a:rPr lang="en-US" altLang="ko-KR" dirty="0"/>
              <a:t>(random access memory, RAM)</a:t>
            </a:r>
          </a:p>
          <a:p>
            <a:pPr lvl="1"/>
            <a:r>
              <a:rPr lang="en-US" altLang="ko-KR" dirty="0"/>
              <a:t>2</a:t>
            </a:r>
            <a:r>
              <a:rPr lang="ko-KR" altLang="en-US" dirty="0"/>
              <a:t>차 저장 장치</a:t>
            </a:r>
            <a:r>
              <a:rPr lang="en-US" altLang="ko-KR" dirty="0"/>
              <a:t>(secondary storage devices)</a:t>
            </a:r>
            <a:r>
              <a:rPr lang="ko-KR" altLang="en-US" dirty="0"/>
              <a:t> </a:t>
            </a:r>
            <a:endParaRPr lang="en-US" altLang="ko-KR" dirty="0"/>
          </a:p>
          <a:p>
            <a:pPr lvl="1"/>
            <a:r>
              <a:rPr lang="ko-KR" altLang="en-US" dirty="0"/>
              <a:t>운영 체제</a:t>
            </a:r>
            <a:r>
              <a:rPr lang="en-US" altLang="ko-KR" dirty="0"/>
              <a:t>(operating system, OS)</a:t>
            </a:r>
          </a:p>
        </p:txBody>
      </p:sp>
      <p:pic>
        <p:nvPicPr>
          <p:cNvPr id="5" name="그림 4">
            <a:extLst>
              <a:ext uri="{FF2B5EF4-FFF2-40B4-BE49-F238E27FC236}">
                <a16:creationId xmlns:a16="http://schemas.microsoft.com/office/drawing/2014/main" id="{F1C8FEEC-29E9-A10C-F684-26D5A54C85D0}"/>
              </a:ext>
            </a:extLst>
          </p:cNvPr>
          <p:cNvPicPr>
            <a:picLocks noChangeAspect="1"/>
          </p:cNvPicPr>
          <p:nvPr/>
        </p:nvPicPr>
        <p:blipFill>
          <a:blip r:embed="rId2"/>
          <a:stretch>
            <a:fillRect/>
          </a:stretch>
        </p:blipFill>
        <p:spPr>
          <a:xfrm>
            <a:off x="1249363" y="3586058"/>
            <a:ext cx="4048125" cy="1609725"/>
          </a:xfrm>
          <a:prstGeom prst="rect">
            <a:avLst/>
          </a:prstGeom>
        </p:spPr>
      </p:pic>
      <p:sp>
        <p:nvSpPr>
          <p:cNvPr id="8" name="TextBox 7">
            <a:extLst>
              <a:ext uri="{FF2B5EF4-FFF2-40B4-BE49-F238E27FC236}">
                <a16:creationId xmlns:a16="http://schemas.microsoft.com/office/drawing/2014/main" id="{F50DDCE2-64EE-BDAC-6D0D-B29AE191BB22}"/>
              </a:ext>
            </a:extLst>
          </p:cNvPr>
          <p:cNvSpPr txBox="1"/>
          <p:nvPr/>
        </p:nvSpPr>
        <p:spPr>
          <a:xfrm>
            <a:off x="1318253" y="5509898"/>
            <a:ext cx="4691848" cy="307777"/>
          </a:xfrm>
          <a:prstGeom prst="rect">
            <a:avLst/>
          </a:prstGeom>
          <a:noFill/>
        </p:spPr>
        <p:txBody>
          <a:bodyPr wrap="square">
            <a:spAutoFit/>
          </a:bodyPr>
          <a:lstStyle/>
          <a:p>
            <a:pPr algn="ctr"/>
            <a:r>
              <a:rPr lang="ko-KR" altLang="en-US" sz="1400" b="1" dirty="0">
                <a:solidFill>
                  <a:schemeClr val="accent5">
                    <a:lumMod val="50000"/>
                  </a:schemeClr>
                </a:solidFill>
                <a:latin typeface="+mn-ea"/>
              </a:rPr>
              <a:t>그림</a:t>
            </a:r>
            <a:r>
              <a:rPr lang="en-US" altLang="ko-KR" sz="1400" b="1" dirty="0">
                <a:solidFill>
                  <a:schemeClr val="accent5">
                    <a:lumMod val="50000"/>
                  </a:schemeClr>
                </a:solidFill>
                <a:latin typeface="+mn-ea"/>
              </a:rPr>
              <a:t>. </a:t>
            </a:r>
            <a:r>
              <a:rPr lang="ko-KR" altLang="en-US" sz="1400" b="1" dirty="0" err="1">
                <a:latin typeface="+mn-ea"/>
              </a:rPr>
              <a:t>계층화된</a:t>
            </a:r>
            <a:r>
              <a:rPr lang="ko-KR" altLang="en-US" sz="1400" b="1" dirty="0">
                <a:latin typeface="+mn-ea"/>
              </a:rPr>
              <a:t> 컴퓨터 시스템 </a:t>
            </a:r>
            <a:r>
              <a:rPr lang="en-US" altLang="ko-KR" sz="1400" b="1" dirty="0">
                <a:latin typeface="+mn-ea"/>
              </a:rPr>
              <a:t>(Abstract Machine)</a:t>
            </a:r>
            <a:endParaRPr lang="ko-KR" altLang="en-US" sz="1400" b="1" dirty="0">
              <a:latin typeface="+mn-ea"/>
            </a:endParaRPr>
          </a:p>
        </p:txBody>
      </p:sp>
      <p:sp>
        <p:nvSpPr>
          <p:cNvPr id="10" name="TextBox 9">
            <a:extLst>
              <a:ext uri="{FF2B5EF4-FFF2-40B4-BE49-F238E27FC236}">
                <a16:creationId xmlns:a16="http://schemas.microsoft.com/office/drawing/2014/main" id="{73085461-85E2-43A0-8A4C-D1383DA8F14F}"/>
              </a:ext>
            </a:extLst>
          </p:cNvPr>
          <p:cNvSpPr txBox="1"/>
          <p:nvPr/>
        </p:nvSpPr>
        <p:spPr>
          <a:xfrm>
            <a:off x="6691532" y="6254616"/>
            <a:ext cx="4691848" cy="307777"/>
          </a:xfrm>
          <a:prstGeom prst="rect">
            <a:avLst/>
          </a:prstGeom>
          <a:noFill/>
        </p:spPr>
        <p:txBody>
          <a:bodyPr wrap="square">
            <a:spAutoFit/>
          </a:bodyPr>
          <a:lstStyle/>
          <a:p>
            <a:pPr algn="ctr"/>
            <a:r>
              <a:rPr lang="ko-KR" altLang="en-US" sz="1400" b="1" dirty="0">
                <a:solidFill>
                  <a:schemeClr val="accent5">
                    <a:lumMod val="50000"/>
                  </a:schemeClr>
                </a:solidFill>
                <a:latin typeface="+mn-ea"/>
              </a:rPr>
              <a:t>그림</a:t>
            </a:r>
            <a:r>
              <a:rPr lang="en-US" altLang="ko-KR" sz="1400" b="1" dirty="0">
                <a:solidFill>
                  <a:schemeClr val="accent5">
                    <a:lumMod val="50000"/>
                  </a:schemeClr>
                </a:solidFill>
                <a:latin typeface="+mn-ea"/>
              </a:rPr>
              <a:t>. </a:t>
            </a:r>
            <a:r>
              <a:rPr lang="en-US" altLang="ko-KR" sz="1400" b="1" dirty="0">
                <a:latin typeface="+mn-ea"/>
              </a:rPr>
              <a:t>WSL</a:t>
            </a:r>
            <a:r>
              <a:rPr lang="ko-KR" altLang="en-US" sz="1400" b="1" dirty="0">
                <a:latin typeface="+mn-ea"/>
              </a:rPr>
              <a:t> </a:t>
            </a:r>
            <a:r>
              <a:rPr lang="en-US" altLang="ko-KR" sz="1400" b="1" dirty="0">
                <a:latin typeface="+mn-ea"/>
              </a:rPr>
              <a:t>(Windows Subsystem For Linux)</a:t>
            </a:r>
            <a:endParaRPr lang="ko-KR" altLang="en-US" sz="1400" b="1" dirty="0">
              <a:latin typeface="+mn-ea"/>
            </a:endParaRPr>
          </a:p>
        </p:txBody>
      </p:sp>
      <p:pic>
        <p:nvPicPr>
          <p:cNvPr id="1026" name="Picture 2" descr="WSL Architecture">
            <a:extLst>
              <a:ext uri="{FF2B5EF4-FFF2-40B4-BE49-F238E27FC236}">
                <a16:creationId xmlns:a16="http://schemas.microsoft.com/office/drawing/2014/main" id="{7B67AB2E-5222-4AC3-B6A4-30FD87F911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0024" y="135750"/>
            <a:ext cx="5596643" cy="233578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he Windows Concept Journey — WSL2 (Windows Subsystem for Linux version 2)  | by Shlomi Boutnaru, Ph.D. | Medium">
            <a:extLst>
              <a:ext uri="{FF2B5EF4-FFF2-40B4-BE49-F238E27FC236}">
                <a16:creationId xmlns:a16="http://schemas.microsoft.com/office/drawing/2014/main" id="{5EBC2FB2-BC85-4F5B-A612-8A19436D2F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8001" y="2672498"/>
            <a:ext cx="3720691" cy="3436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86265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28482F-EE92-4A11-8E40-1857AE4CB0EE}"/>
              </a:ext>
            </a:extLst>
          </p:cNvPr>
          <p:cNvSpPr>
            <a:spLocks noGrp="1"/>
          </p:cNvSpPr>
          <p:nvPr>
            <p:ph type="title"/>
          </p:nvPr>
        </p:nvSpPr>
        <p:spPr/>
        <p:txBody>
          <a:bodyPr/>
          <a:lstStyle/>
          <a:p>
            <a:r>
              <a:rPr lang="en-US" altLang="ko-KR" dirty="0"/>
              <a:t>CUDA </a:t>
            </a:r>
            <a:r>
              <a:rPr lang="en-US" altLang="ko-KR"/>
              <a:t>on WSL2</a:t>
            </a:r>
            <a:endParaRPr lang="ko-KR" altLang="en-US" dirty="0"/>
          </a:p>
        </p:txBody>
      </p:sp>
      <p:sp>
        <p:nvSpPr>
          <p:cNvPr id="3" name="슬라이드 번호 개체 틀 2">
            <a:extLst>
              <a:ext uri="{FF2B5EF4-FFF2-40B4-BE49-F238E27FC236}">
                <a16:creationId xmlns:a16="http://schemas.microsoft.com/office/drawing/2014/main" id="{3A8A116B-361C-4727-9A06-4810EC3B3147}"/>
              </a:ext>
            </a:extLst>
          </p:cNvPr>
          <p:cNvSpPr>
            <a:spLocks noGrp="1"/>
          </p:cNvSpPr>
          <p:nvPr>
            <p:ph type="sldNum" sz="quarter" idx="12"/>
          </p:nvPr>
        </p:nvSpPr>
        <p:spPr/>
        <p:txBody>
          <a:bodyPr/>
          <a:lstStyle/>
          <a:p>
            <a:fld id="{6353835A-5E09-4503-B599-6DF340CA3988}" type="slidenum">
              <a:rPr lang="ko-KR" altLang="en-US" smtClean="0"/>
              <a:pPr/>
              <a:t>40</a:t>
            </a:fld>
            <a:endParaRPr lang="ko-KR" altLang="en-US"/>
          </a:p>
        </p:txBody>
      </p:sp>
      <p:sp>
        <p:nvSpPr>
          <p:cNvPr id="4" name="텍스트 개체 틀 3">
            <a:extLst>
              <a:ext uri="{FF2B5EF4-FFF2-40B4-BE49-F238E27FC236}">
                <a16:creationId xmlns:a16="http://schemas.microsoft.com/office/drawing/2014/main" id="{F4825AF3-D30C-4305-ABEC-D6518E0980B4}"/>
              </a:ext>
            </a:extLst>
          </p:cNvPr>
          <p:cNvSpPr>
            <a:spLocks noGrp="1"/>
          </p:cNvSpPr>
          <p:nvPr>
            <p:ph type="body" sz="quarter" idx="13"/>
          </p:nvPr>
        </p:nvSpPr>
        <p:spPr>
          <a:xfrm>
            <a:off x="487015" y="815008"/>
            <a:ext cx="5460242" cy="671349"/>
          </a:xfrm>
        </p:spPr>
        <p:txBody>
          <a:bodyPr/>
          <a:lstStyle/>
          <a:p>
            <a:r>
              <a:rPr lang="en-US" altLang="ko-KR" b="1" dirty="0"/>
              <a:t>Step 1: </a:t>
            </a:r>
            <a:r>
              <a:rPr lang="en-US" altLang="ko-KR" dirty="0"/>
              <a:t>Install </a:t>
            </a:r>
            <a:r>
              <a:rPr lang="en-US" altLang="ko-KR" b="1" dirty="0"/>
              <a:t>NVIDIA Driver </a:t>
            </a:r>
            <a:r>
              <a:rPr lang="en-US" altLang="ko-KR" dirty="0"/>
              <a:t>for GPU Support</a:t>
            </a:r>
            <a:endParaRPr lang="ko-KR" altLang="en-US" dirty="0"/>
          </a:p>
        </p:txBody>
      </p:sp>
      <p:sp>
        <p:nvSpPr>
          <p:cNvPr id="5" name="바닥글 개체 틀 4">
            <a:extLst>
              <a:ext uri="{FF2B5EF4-FFF2-40B4-BE49-F238E27FC236}">
                <a16:creationId xmlns:a16="http://schemas.microsoft.com/office/drawing/2014/main" id="{52ED5094-20B1-470B-91F0-FCAC34971913}"/>
              </a:ext>
            </a:extLst>
          </p:cNvPr>
          <p:cNvSpPr>
            <a:spLocks noGrp="1"/>
          </p:cNvSpPr>
          <p:nvPr>
            <p:ph type="ftr" sz="quarter" idx="15"/>
          </p:nvPr>
        </p:nvSpPr>
        <p:spPr/>
        <p:txBody>
          <a:bodyPr/>
          <a:lstStyle/>
          <a:p>
            <a:r>
              <a:rPr lang="en-US" altLang="ko-KR" b="1"/>
              <a:t>〉 〉 AI Computer &amp; Operating System</a:t>
            </a:r>
            <a:endParaRPr lang="ko-KR" altLang="en-US" dirty="0"/>
          </a:p>
        </p:txBody>
      </p:sp>
      <p:pic>
        <p:nvPicPr>
          <p:cNvPr id="7" name="그림 6">
            <a:extLst>
              <a:ext uri="{FF2B5EF4-FFF2-40B4-BE49-F238E27FC236}">
                <a16:creationId xmlns:a16="http://schemas.microsoft.com/office/drawing/2014/main" id="{5E7D9C28-DE9B-4ADD-AE72-5FDA20728E91}"/>
              </a:ext>
            </a:extLst>
          </p:cNvPr>
          <p:cNvPicPr>
            <a:picLocks noChangeAspect="1"/>
          </p:cNvPicPr>
          <p:nvPr/>
        </p:nvPicPr>
        <p:blipFill>
          <a:blip r:embed="rId2"/>
          <a:stretch>
            <a:fillRect/>
          </a:stretch>
        </p:blipFill>
        <p:spPr>
          <a:xfrm>
            <a:off x="974853" y="2092750"/>
            <a:ext cx="5121147" cy="4652842"/>
          </a:xfrm>
          <a:prstGeom prst="rect">
            <a:avLst/>
          </a:prstGeom>
        </p:spPr>
      </p:pic>
      <p:sp>
        <p:nvSpPr>
          <p:cNvPr id="8" name="TextBox 7">
            <a:extLst>
              <a:ext uri="{FF2B5EF4-FFF2-40B4-BE49-F238E27FC236}">
                <a16:creationId xmlns:a16="http://schemas.microsoft.com/office/drawing/2014/main" id="{E6F172BD-3F4C-4BB9-8BE9-3567BE3CF89F}"/>
              </a:ext>
            </a:extLst>
          </p:cNvPr>
          <p:cNvSpPr txBox="1"/>
          <p:nvPr/>
        </p:nvSpPr>
        <p:spPr>
          <a:xfrm>
            <a:off x="753533" y="1486357"/>
            <a:ext cx="5193724" cy="369332"/>
          </a:xfrm>
          <a:prstGeom prst="rect">
            <a:avLst/>
          </a:prstGeom>
          <a:noFill/>
        </p:spPr>
        <p:txBody>
          <a:bodyPr wrap="square" rtlCol="0">
            <a:spAutoFit/>
          </a:bodyPr>
          <a:lstStyle/>
          <a:p>
            <a:pPr marL="285750" indent="-285750">
              <a:buFontTx/>
              <a:buChar char="-"/>
            </a:pPr>
            <a:r>
              <a:rPr lang="en-US" altLang="ko-KR" i="1" dirty="0"/>
              <a:t>NVIDIA GeForce Studio Driver</a:t>
            </a:r>
            <a:r>
              <a:rPr lang="ko-KR" altLang="en-US" i="1" dirty="0"/>
              <a:t> </a:t>
            </a:r>
            <a:r>
              <a:rPr lang="en-US" altLang="ko-KR" i="1" dirty="0"/>
              <a:t>for Windows 11</a:t>
            </a:r>
          </a:p>
        </p:txBody>
      </p:sp>
      <p:sp>
        <p:nvSpPr>
          <p:cNvPr id="9" name="텍스트 개체 틀 3">
            <a:extLst>
              <a:ext uri="{FF2B5EF4-FFF2-40B4-BE49-F238E27FC236}">
                <a16:creationId xmlns:a16="http://schemas.microsoft.com/office/drawing/2014/main" id="{0CB30A3E-6DED-4635-B9A6-418EC43A6695}"/>
              </a:ext>
            </a:extLst>
          </p:cNvPr>
          <p:cNvSpPr txBox="1">
            <a:spLocks/>
          </p:cNvSpPr>
          <p:nvPr/>
        </p:nvSpPr>
        <p:spPr>
          <a:xfrm>
            <a:off x="6731758" y="815008"/>
            <a:ext cx="2564642" cy="671349"/>
          </a:xfrm>
          <a:prstGeom prst="rect">
            <a:avLst/>
          </a:prstGeom>
        </p:spPr>
        <p:txBody>
          <a:bodyPr vert="horz" lIns="91440" tIns="45720" rIns="91440" bIns="45720" rtlCol="0">
            <a:normAutofit/>
          </a:bodyPr>
          <a:lstStyle>
            <a:lvl1pPr marL="228600" indent="-228600" algn="l" defTabSz="914400" rtl="0" eaLnBrk="1" latinLnBrk="1" hangingPunct="1">
              <a:lnSpc>
                <a:spcPct val="120000"/>
              </a:lnSpc>
              <a:spcBef>
                <a:spcPts val="1000"/>
              </a:spcBef>
              <a:buClr>
                <a:srgbClr val="4BB0A0"/>
              </a:buClr>
              <a:buFont typeface="시스템 서체"/>
              <a:buChar char="◦"/>
              <a:defRPr sz="1800" kern="1200">
                <a:solidFill>
                  <a:schemeClr val="tx1"/>
                </a:solidFill>
                <a:latin typeface="맑은 고딕" pitchFamily="50" charset="-127"/>
                <a:ea typeface="맑은 고딕" pitchFamily="50" charset="-127"/>
                <a:cs typeface="+mn-cs"/>
              </a:defRPr>
            </a:lvl1pPr>
            <a:lvl2pPr marL="685800" indent="-228600" algn="l" defTabSz="914400" rtl="0" eaLnBrk="1" latinLnBrk="1" hangingPunct="1">
              <a:lnSpc>
                <a:spcPct val="120000"/>
              </a:lnSpc>
              <a:spcBef>
                <a:spcPts val="500"/>
              </a:spcBef>
              <a:buFont typeface="시스템 서체"/>
              <a:buChar char="⁃"/>
              <a:defRPr sz="1600" kern="1200">
                <a:solidFill>
                  <a:schemeClr val="tx1"/>
                </a:solidFill>
                <a:latin typeface="맑은 고딕" pitchFamily="50" charset="-127"/>
                <a:ea typeface="맑은 고딕"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400" kern="1200">
                <a:solidFill>
                  <a:schemeClr val="tx1"/>
                </a:solidFill>
                <a:latin typeface="맑은 고딕" pitchFamily="50" charset="-127"/>
                <a:ea typeface="맑은 고딕" pitchFamily="50" charset="-127"/>
                <a:cs typeface="+mn-cs"/>
              </a:defRPr>
            </a:lvl3pPr>
            <a:lvl4pPr marL="1600200" indent="-228600" algn="l" defTabSz="914400" rtl="0" eaLnBrk="1" latinLnBrk="1" hangingPunct="1">
              <a:lnSpc>
                <a:spcPct val="120000"/>
              </a:lnSpc>
              <a:spcBef>
                <a:spcPts val="500"/>
              </a:spcBef>
              <a:buFont typeface="Arial" panose="020B0604020202020204"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defTabSz="914400" rtl="0" eaLnBrk="1" latinLnBrk="1" hangingPunct="1">
              <a:lnSpc>
                <a:spcPct val="120000"/>
              </a:lnSpc>
              <a:spcBef>
                <a:spcPts val="500"/>
              </a:spcBef>
              <a:buFont typeface="Arial" panose="020B0604020202020204"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ko-KR" b="1" dirty="0"/>
              <a:t>Step 2: WSL2 </a:t>
            </a:r>
            <a:r>
              <a:rPr lang="ko-KR" altLang="en-US" b="1" dirty="0"/>
              <a:t>설치</a:t>
            </a:r>
            <a:r>
              <a:rPr lang="en-US" altLang="ko-KR" b="1" dirty="0"/>
              <a:t> </a:t>
            </a:r>
            <a:endParaRPr lang="ko-KR" altLang="en-US" b="1" dirty="0"/>
          </a:p>
        </p:txBody>
      </p:sp>
      <p:sp>
        <p:nvSpPr>
          <p:cNvPr id="10" name="TextBox 9">
            <a:extLst>
              <a:ext uri="{FF2B5EF4-FFF2-40B4-BE49-F238E27FC236}">
                <a16:creationId xmlns:a16="http://schemas.microsoft.com/office/drawing/2014/main" id="{C85B628D-8AF5-4138-B722-494947D89DD7}"/>
              </a:ext>
            </a:extLst>
          </p:cNvPr>
          <p:cNvSpPr txBox="1"/>
          <p:nvPr/>
        </p:nvSpPr>
        <p:spPr>
          <a:xfrm>
            <a:off x="6998276" y="1486357"/>
            <a:ext cx="1917282" cy="646331"/>
          </a:xfrm>
          <a:prstGeom prst="rect">
            <a:avLst/>
          </a:prstGeom>
          <a:noFill/>
        </p:spPr>
        <p:txBody>
          <a:bodyPr wrap="square" rtlCol="0">
            <a:spAutoFit/>
          </a:bodyPr>
          <a:lstStyle/>
          <a:p>
            <a:pPr marL="285750" indent="-285750">
              <a:buFontTx/>
              <a:buChar char="-"/>
            </a:pPr>
            <a:r>
              <a:rPr lang="en-US" altLang="ko-KR" i="1" dirty="0" err="1"/>
              <a:t>wsl</a:t>
            </a:r>
            <a:r>
              <a:rPr lang="en-US" altLang="ko-KR" i="1" dirty="0"/>
              <a:t> --update</a:t>
            </a:r>
          </a:p>
          <a:p>
            <a:pPr marL="285750" indent="-285750">
              <a:buFontTx/>
              <a:buChar char="-"/>
            </a:pPr>
            <a:r>
              <a:rPr lang="en-US" altLang="ko-KR" i="1" dirty="0" err="1"/>
              <a:t>wsl</a:t>
            </a:r>
            <a:r>
              <a:rPr lang="en-US" altLang="ko-KR" i="1" dirty="0"/>
              <a:t> –install</a:t>
            </a:r>
          </a:p>
        </p:txBody>
      </p:sp>
      <p:sp>
        <p:nvSpPr>
          <p:cNvPr id="11" name="TextBox 10">
            <a:extLst>
              <a:ext uri="{FF2B5EF4-FFF2-40B4-BE49-F238E27FC236}">
                <a16:creationId xmlns:a16="http://schemas.microsoft.com/office/drawing/2014/main" id="{7418B372-DE65-4659-8A73-1078699902C7}"/>
              </a:ext>
            </a:extLst>
          </p:cNvPr>
          <p:cNvSpPr txBox="1"/>
          <p:nvPr/>
        </p:nvSpPr>
        <p:spPr>
          <a:xfrm>
            <a:off x="9461879" y="1163192"/>
            <a:ext cx="2183800" cy="923330"/>
          </a:xfrm>
          <a:prstGeom prst="rect">
            <a:avLst/>
          </a:prstGeom>
          <a:noFill/>
        </p:spPr>
        <p:txBody>
          <a:bodyPr wrap="square" rtlCol="0">
            <a:spAutoFit/>
          </a:bodyPr>
          <a:lstStyle/>
          <a:p>
            <a:r>
              <a:rPr lang="ko-KR" altLang="en-US" dirty="0"/>
              <a:t>관리자 계정</a:t>
            </a:r>
            <a:endParaRPr lang="en-US" altLang="ko-KR" dirty="0"/>
          </a:p>
          <a:p>
            <a:r>
              <a:rPr lang="en-US" altLang="ko-KR" dirty="0"/>
              <a:t>Id: </a:t>
            </a:r>
            <a:r>
              <a:rPr lang="en-US" altLang="ko-KR" dirty="0" err="1"/>
              <a:t>linux</a:t>
            </a:r>
            <a:endParaRPr lang="en-US" altLang="ko-KR" dirty="0"/>
          </a:p>
          <a:p>
            <a:r>
              <a:rPr lang="en-US" altLang="ko-KR" dirty="0"/>
              <a:t>Passwd: 1234</a:t>
            </a:r>
            <a:endParaRPr lang="ko-KR" altLang="en-US" dirty="0"/>
          </a:p>
        </p:txBody>
      </p:sp>
      <p:sp>
        <p:nvSpPr>
          <p:cNvPr id="12" name="TextBox 11">
            <a:extLst>
              <a:ext uri="{FF2B5EF4-FFF2-40B4-BE49-F238E27FC236}">
                <a16:creationId xmlns:a16="http://schemas.microsoft.com/office/drawing/2014/main" id="{9153F1F1-1C5F-4007-8B34-C146BB7ABBBB}"/>
              </a:ext>
            </a:extLst>
          </p:cNvPr>
          <p:cNvSpPr txBox="1"/>
          <p:nvPr/>
        </p:nvSpPr>
        <p:spPr>
          <a:xfrm>
            <a:off x="9461879" y="2540000"/>
            <a:ext cx="2391454" cy="1200329"/>
          </a:xfrm>
          <a:prstGeom prst="rect">
            <a:avLst/>
          </a:prstGeom>
          <a:noFill/>
        </p:spPr>
        <p:txBody>
          <a:bodyPr wrap="square" rtlCol="0">
            <a:spAutoFit/>
          </a:bodyPr>
          <a:lstStyle/>
          <a:p>
            <a:r>
              <a:rPr lang="ko-KR" altLang="en-US" dirty="0"/>
              <a:t>관리자 계정에서 내 계정 추가</a:t>
            </a:r>
            <a:endParaRPr lang="en-US" altLang="ko-KR" dirty="0"/>
          </a:p>
          <a:p>
            <a:r>
              <a:rPr lang="en-US" altLang="ko-KR" dirty="0" err="1"/>
              <a:t>sudo</a:t>
            </a:r>
            <a:r>
              <a:rPr lang="en-US" altLang="ko-KR" dirty="0"/>
              <a:t> </a:t>
            </a:r>
            <a:r>
              <a:rPr lang="en-US" altLang="ko-KR" dirty="0" err="1"/>
              <a:t>adduser</a:t>
            </a:r>
            <a:r>
              <a:rPr lang="en-US" altLang="ko-KR" dirty="0"/>
              <a:t> </a:t>
            </a:r>
            <a:r>
              <a:rPr lang="en-US" altLang="ko-KR" i="1" dirty="0" err="1"/>
              <a:t>taewony</a:t>
            </a:r>
            <a:endParaRPr lang="en-US" altLang="ko-KR" i="1" dirty="0"/>
          </a:p>
          <a:p>
            <a:r>
              <a:rPr lang="en-US" altLang="ko-KR" i="1" dirty="0" err="1"/>
              <a:t>su</a:t>
            </a:r>
            <a:r>
              <a:rPr lang="en-US" altLang="ko-KR" i="1" dirty="0"/>
              <a:t> - </a:t>
            </a:r>
            <a:r>
              <a:rPr lang="en-US" altLang="ko-KR" i="1" dirty="0" err="1"/>
              <a:t>taewony</a:t>
            </a:r>
            <a:endParaRPr lang="ko-KR" altLang="en-US" i="1" dirty="0"/>
          </a:p>
        </p:txBody>
      </p:sp>
      <p:sp>
        <p:nvSpPr>
          <p:cNvPr id="13" name="텍스트 개체 틀 3">
            <a:extLst>
              <a:ext uri="{FF2B5EF4-FFF2-40B4-BE49-F238E27FC236}">
                <a16:creationId xmlns:a16="http://schemas.microsoft.com/office/drawing/2014/main" id="{B7E072F2-1D51-4297-874C-8C70C367D0A5}"/>
              </a:ext>
            </a:extLst>
          </p:cNvPr>
          <p:cNvSpPr txBox="1">
            <a:spLocks/>
          </p:cNvSpPr>
          <p:nvPr/>
        </p:nvSpPr>
        <p:spPr>
          <a:xfrm>
            <a:off x="6731758" y="4056171"/>
            <a:ext cx="4571242" cy="671349"/>
          </a:xfrm>
          <a:prstGeom prst="rect">
            <a:avLst/>
          </a:prstGeom>
        </p:spPr>
        <p:txBody>
          <a:bodyPr vert="horz" lIns="91440" tIns="45720" rIns="91440" bIns="45720" rtlCol="0">
            <a:normAutofit/>
          </a:bodyPr>
          <a:lstStyle>
            <a:lvl1pPr marL="228600" indent="-228600" algn="l" defTabSz="914400" rtl="0" eaLnBrk="1" latinLnBrk="1" hangingPunct="1">
              <a:lnSpc>
                <a:spcPct val="120000"/>
              </a:lnSpc>
              <a:spcBef>
                <a:spcPts val="1000"/>
              </a:spcBef>
              <a:buClr>
                <a:srgbClr val="4BB0A0"/>
              </a:buClr>
              <a:buFont typeface="시스템 서체"/>
              <a:buChar char="◦"/>
              <a:defRPr sz="1800" kern="1200">
                <a:solidFill>
                  <a:schemeClr val="tx1"/>
                </a:solidFill>
                <a:latin typeface="맑은 고딕" pitchFamily="50" charset="-127"/>
                <a:ea typeface="맑은 고딕" pitchFamily="50" charset="-127"/>
                <a:cs typeface="+mn-cs"/>
              </a:defRPr>
            </a:lvl1pPr>
            <a:lvl2pPr marL="685800" indent="-228600" algn="l" defTabSz="914400" rtl="0" eaLnBrk="1" latinLnBrk="1" hangingPunct="1">
              <a:lnSpc>
                <a:spcPct val="120000"/>
              </a:lnSpc>
              <a:spcBef>
                <a:spcPts val="500"/>
              </a:spcBef>
              <a:buFont typeface="시스템 서체"/>
              <a:buChar char="⁃"/>
              <a:defRPr sz="1600" kern="1200">
                <a:solidFill>
                  <a:schemeClr val="tx1"/>
                </a:solidFill>
                <a:latin typeface="맑은 고딕" pitchFamily="50" charset="-127"/>
                <a:ea typeface="맑은 고딕" pitchFamily="50" charset="-127"/>
                <a:cs typeface="+mn-cs"/>
              </a:defRPr>
            </a:lvl2pPr>
            <a:lvl3pPr marL="1143000" indent="-228600" algn="l" defTabSz="914400" rtl="0" eaLnBrk="1" latinLnBrk="1" hangingPunct="1">
              <a:lnSpc>
                <a:spcPct val="120000"/>
              </a:lnSpc>
              <a:spcBef>
                <a:spcPts val="500"/>
              </a:spcBef>
              <a:buFont typeface="Arial" panose="020B0604020202020204" pitchFamily="34" charset="0"/>
              <a:buChar char="•"/>
              <a:defRPr sz="1400" kern="1200">
                <a:solidFill>
                  <a:schemeClr val="tx1"/>
                </a:solidFill>
                <a:latin typeface="맑은 고딕" pitchFamily="50" charset="-127"/>
                <a:ea typeface="맑은 고딕" pitchFamily="50" charset="-127"/>
                <a:cs typeface="+mn-cs"/>
              </a:defRPr>
            </a:lvl3pPr>
            <a:lvl4pPr marL="1600200" indent="-228600" algn="l" defTabSz="914400" rtl="0" eaLnBrk="1" latinLnBrk="1" hangingPunct="1">
              <a:lnSpc>
                <a:spcPct val="120000"/>
              </a:lnSpc>
              <a:spcBef>
                <a:spcPts val="500"/>
              </a:spcBef>
              <a:buFont typeface="Arial" panose="020B0604020202020204"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defTabSz="914400" rtl="0" eaLnBrk="1" latinLnBrk="1" hangingPunct="1">
              <a:lnSpc>
                <a:spcPct val="120000"/>
              </a:lnSpc>
              <a:spcBef>
                <a:spcPts val="500"/>
              </a:spcBef>
              <a:buFont typeface="Arial" panose="020B0604020202020204"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ko-KR" b="1" dirty="0"/>
              <a:t>Step 3: WSL2 </a:t>
            </a:r>
            <a:r>
              <a:rPr lang="ko-KR" altLang="en-US" b="1" dirty="0"/>
              <a:t>로 들어갈 때</a:t>
            </a:r>
          </a:p>
        </p:txBody>
      </p:sp>
      <p:sp>
        <p:nvSpPr>
          <p:cNvPr id="14" name="TextBox 13">
            <a:extLst>
              <a:ext uri="{FF2B5EF4-FFF2-40B4-BE49-F238E27FC236}">
                <a16:creationId xmlns:a16="http://schemas.microsoft.com/office/drawing/2014/main" id="{A1852BF6-6E9B-4CCC-A47E-2895DD29BBD1}"/>
              </a:ext>
            </a:extLst>
          </p:cNvPr>
          <p:cNvSpPr txBox="1"/>
          <p:nvPr/>
        </p:nvSpPr>
        <p:spPr>
          <a:xfrm>
            <a:off x="6998276" y="4727520"/>
            <a:ext cx="5121146" cy="923330"/>
          </a:xfrm>
          <a:prstGeom prst="rect">
            <a:avLst/>
          </a:prstGeom>
          <a:noFill/>
        </p:spPr>
        <p:txBody>
          <a:bodyPr wrap="square" rtlCol="0">
            <a:spAutoFit/>
          </a:bodyPr>
          <a:lstStyle/>
          <a:p>
            <a:pPr marL="285750" indent="-285750">
              <a:buFontTx/>
              <a:buChar char="-"/>
            </a:pPr>
            <a:r>
              <a:rPr lang="en-US" altLang="ko-KR" dirty="0" err="1">
                <a:solidFill>
                  <a:srgbClr val="444746"/>
                </a:solidFill>
                <a:latin typeface="Google Sans Text"/>
              </a:rPr>
              <a:t>wsl</a:t>
            </a:r>
            <a:endParaRPr lang="en-US" altLang="ko-KR" dirty="0">
              <a:solidFill>
                <a:srgbClr val="444746"/>
              </a:solidFill>
              <a:latin typeface="Google Sans Text"/>
            </a:endParaRPr>
          </a:p>
          <a:p>
            <a:pPr marL="285750" indent="-285750">
              <a:buFontTx/>
              <a:buChar char="-"/>
            </a:pPr>
            <a:r>
              <a:rPr lang="es-ES" altLang="ko-KR" dirty="0">
                <a:solidFill>
                  <a:srgbClr val="444746"/>
                </a:solidFill>
                <a:latin typeface="Google Sans Text"/>
              </a:rPr>
              <a:t>sudo apt update &amp;&amp; sudo apt upgrade –y</a:t>
            </a:r>
          </a:p>
          <a:p>
            <a:pPr marL="285750" indent="-285750">
              <a:buFontTx/>
              <a:buChar char="-"/>
            </a:pPr>
            <a:r>
              <a:rPr lang="en-US" altLang="ko-KR" dirty="0">
                <a:solidFill>
                  <a:srgbClr val="444746"/>
                </a:solidFill>
                <a:latin typeface="Google Sans Text"/>
              </a:rPr>
              <a:t>pip install --upgrade pip</a:t>
            </a:r>
          </a:p>
        </p:txBody>
      </p:sp>
    </p:spTree>
    <p:extLst>
      <p:ext uri="{BB962C8B-B14F-4D97-AF65-F5344CB8AC3E}">
        <p14:creationId xmlns:p14="http://schemas.microsoft.com/office/powerpoint/2010/main" val="2063247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A8917CA-4903-4ACF-AE0F-DC3A11EC6759}"/>
              </a:ext>
            </a:extLst>
          </p:cNvPr>
          <p:cNvSpPr>
            <a:spLocks noGrp="1"/>
          </p:cNvSpPr>
          <p:nvPr>
            <p:ph type="title"/>
          </p:nvPr>
        </p:nvSpPr>
        <p:spPr/>
        <p:txBody>
          <a:bodyPr>
            <a:normAutofit/>
          </a:bodyPr>
          <a:lstStyle/>
          <a:p>
            <a:r>
              <a:rPr lang="en-US" altLang="ko-KR" dirty="0"/>
              <a:t>CUDA Toolkit 13.2 Downloads for WSL2</a:t>
            </a:r>
            <a:endParaRPr lang="ko-KR" altLang="en-US" dirty="0"/>
          </a:p>
        </p:txBody>
      </p:sp>
      <p:sp>
        <p:nvSpPr>
          <p:cNvPr id="3" name="슬라이드 번호 개체 틀 2">
            <a:extLst>
              <a:ext uri="{FF2B5EF4-FFF2-40B4-BE49-F238E27FC236}">
                <a16:creationId xmlns:a16="http://schemas.microsoft.com/office/drawing/2014/main" id="{CC49DC89-EB9A-4087-9422-5FCF95CC97D5}"/>
              </a:ext>
            </a:extLst>
          </p:cNvPr>
          <p:cNvSpPr>
            <a:spLocks noGrp="1"/>
          </p:cNvSpPr>
          <p:nvPr>
            <p:ph type="sldNum" sz="quarter" idx="12"/>
          </p:nvPr>
        </p:nvSpPr>
        <p:spPr/>
        <p:txBody>
          <a:bodyPr/>
          <a:lstStyle/>
          <a:p>
            <a:fld id="{6353835A-5E09-4503-B599-6DF340CA3988}" type="slidenum">
              <a:rPr lang="ko-KR" altLang="en-US" smtClean="0"/>
              <a:pPr/>
              <a:t>41</a:t>
            </a:fld>
            <a:endParaRPr lang="ko-KR" altLang="en-US"/>
          </a:p>
        </p:txBody>
      </p:sp>
      <p:sp>
        <p:nvSpPr>
          <p:cNvPr id="5" name="바닥글 개체 틀 4">
            <a:extLst>
              <a:ext uri="{FF2B5EF4-FFF2-40B4-BE49-F238E27FC236}">
                <a16:creationId xmlns:a16="http://schemas.microsoft.com/office/drawing/2014/main" id="{B1C1C038-F672-472C-98F1-DAE9C7CD858B}"/>
              </a:ext>
            </a:extLst>
          </p:cNvPr>
          <p:cNvSpPr>
            <a:spLocks noGrp="1"/>
          </p:cNvSpPr>
          <p:nvPr>
            <p:ph type="ftr" sz="quarter" idx="15"/>
          </p:nvPr>
        </p:nvSpPr>
        <p:spPr/>
        <p:txBody>
          <a:bodyPr/>
          <a:lstStyle/>
          <a:p>
            <a:r>
              <a:rPr lang="en-US" altLang="ko-KR" b="1"/>
              <a:t>〉 〉 AI Computer &amp; Operating System</a:t>
            </a:r>
            <a:endParaRPr lang="ko-KR" altLang="en-US" dirty="0"/>
          </a:p>
        </p:txBody>
      </p:sp>
      <p:pic>
        <p:nvPicPr>
          <p:cNvPr id="7" name="그림 6">
            <a:extLst>
              <a:ext uri="{FF2B5EF4-FFF2-40B4-BE49-F238E27FC236}">
                <a16:creationId xmlns:a16="http://schemas.microsoft.com/office/drawing/2014/main" id="{25E78969-892C-4D3E-B216-88AB9FCECAE9}"/>
              </a:ext>
            </a:extLst>
          </p:cNvPr>
          <p:cNvPicPr>
            <a:picLocks noChangeAspect="1"/>
          </p:cNvPicPr>
          <p:nvPr/>
        </p:nvPicPr>
        <p:blipFill>
          <a:blip r:embed="rId2"/>
          <a:stretch>
            <a:fillRect/>
          </a:stretch>
        </p:blipFill>
        <p:spPr>
          <a:xfrm>
            <a:off x="3344334" y="769465"/>
            <a:ext cx="8242372" cy="6097002"/>
          </a:xfrm>
          <a:prstGeom prst="rect">
            <a:avLst/>
          </a:prstGeom>
        </p:spPr>
      </p:pic>
    </p:spTree>
    <p:extLst>
      <p:ext uri="{BB962C8B-B14F-4D97-AF65-F5344CB8AC3E}">
        <p14:creationId xmlns:p14="http://schemas.microsoft.com/office/powerpoint/2010/main" val="974270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a:extLst>
              <a:ext uri="{FF2B5EF4-FFF2-40B4-BE49-F238E27FC236}">
                <a16:creationId xmlns:a16="http://schemas.microsoft.com/office/drawing/2014/main" id="{BA7E222A-3DD0-4F44-9E84-3F27702EB650}"/>
              </a:ext>
            </a:extLst>
          </p:cNvPr>
          <p:cNvSpPr>
            <a:spLocks noGrp="1"/>
          </p:cNvSpPr>
          <p:nvPr>
            <p:ph type="title"/>
          </p:nvPr>
        </p:nvSpPr>
        <p:spPr/>
        <p:txBody>
          <a:bodyPr>
            <a:normAutofit/>
          </a:bodyPr>
          <a:lstStyle/>
          <a:p>
            <a:r>
              <a:rPr lang="en-US" altLang="ko-KR" dirty="0" err="1"/>
              <a:t>cuTile</a:t>
            </a:r>
            <a:r>
              <a:rPr lang="ko-KR" altLang="en-US" dirty="0"/>
              <a:t> </a:t>
            </a:r>
            <a:r>
              <a:rPr lang="en-US" altLang="ko-KR" dirty="0"/>
              <a:t>Python</a:t>
            </a:r>
            <a:r>
              <a:rPr lang="ko-KR" altLang="en-US" dirty="0"/>
              <a:t> </a:t>
            </a:r>
            <a:r>
              <a:rPr lang="en-US" altLang="ko-KR" dirty="0"/>
              <a:t>DSL , </a:t>
            </a:r>
            <a:r>
              <a:rPr lang="en-US" altLang="ko-KR" dirty="0" err="1"/>
              <a:t>PyTorch</a:t>
            </a:r>
            <a:endParaRPr lang="en-US" altLang="ko-KR" dirty="0"/>
          </a:p>
        </p:txBody>
      </p:sp>
      <p:sp>
        <p:nvSpPr>
          <p:cNvPr id="2" name="슬라이드 번호 개체 틀 1">
            <a:extLst>
              <a:ext uri="{FF2B5EF4-FFF2-40B4-BE49-F238E27FC236}">
                <a16:creationId xmlns:a16="http://schemas.microsoft.com/office/drawing/2014/main" id="{1753471F-72B7-DB45-BAD4-3CFA1E449C20}"/>
              </a:ext>
            </a:extLst>
          </p:cNvPr>
          <p:cNvSpPr>
            <a:spLocks noGrp="1"/>
          </p:cNvSpPr>
          <p:nvPr>
            <p:ph type="sldNum" sz="quarter" idx="12"/>
          </p:nvPr>
        </p:nvSpPr>
        <p:spPr/>
        <p:txBody>
          <a:bodyPr/>
          <a:lstStyle/>
          <a:p>
            <a:fld id="{6353835A-5E09-4503-B599-6DF340CA3988}" type="slidenum">
              <a:rPr lang="ko-KR" altLang="en-US" smtClean="0"/>
              <a:pPr/>
              <a:t>42</a:t>
            </a:fld>
            <a:endParaRPr lang="ko-KR" altLang="en-US"/>
          </a:p>
        </p:txBody>
      </p:sp>
      <p:sp>
        <p:nvSpPr>
          <p:cNvPr id="9" name="텍스트 개체 틀 8">
            <a:extLst>
              <a:ext uri="{FF2B5EF4-FFF2-40B4-BE49-F238E27FC236}">
                <a16:creationId xmlns:a16="http://schemas.microsoft.com/office/drawing/2014/main" id="{2669C13A-11E1-4220-85F5-005C52896341}"/>
              </a:ext>
            </a:extLst>
          </p:cNvPr>
          <p:cNvSpPr>
            <a:spLocks noGrp="1"/>
          </p:cNvSpPr>
          <p:nvPr>
            <p:ph type="body" sz="quarter" idx="13"/>
          </p:nvPr>
        </p:nvSpPr>
        <p:spPr>
          <a:xfrm>
            <a:off x="487015" y="815007"/>
            <a:ext cx="10760993" cy="5550624"/>
          </a:xfrm>
        </p:spPr>
        <p:txBody>
          <a:bodyPr>
            <a:normAutofit/>
          </a:bodyPr>
          <a:lstStyle/>
          <a:p>
            <a:pPr marL="0" indent="0">
              <a:buNone/>
            </a:pPr>
            <a:r>
              <a:rPr lang="en-US" altLang="ko-KR" b="1" dirty="0" err="1">
                <a:solidFill>
                  <a:schemeClr val="accent5">
                    <a:lumMod val="50000"/>
                  </a:schemeClr>
                </a:solidFill>
              </a:rPr>
              <a:t>cuda</a:t>
            </a:r>
            <a:r>
              <a:rPr lang="en-US" altLang="ko-KR" b="1" dirty="0">
                <a:solidFill>
                  <a:schemeClr val="accent5">
                    <a:lumMod val="50000"/>
                  </a:schemeClr>
                </a:solidFill>
              </a:rPr>
              <a:t>-tile , </a:t>
            </a:r>
            <a:r>
              <a:rPr lang="en-US" altLang="ko-KR" b="1" dirty="0" err="1">
                <a:solidFill>
                  <a:schemeClr val="accent5">
                    <a:lumMod val="50000"/>
                  </a:schemeClr>
                </a:solidFill>
              </a:rPr>
              <a:t>PyTorch</a:t>
            </a:r>
            <a:r>
              <a:rPr lang="en-US" altLang="ko-KR" b="1" dirty="0">
                <a:solidFill>
                  <a:schemeClr val="accent5">
                    <a:lumMod val="50000"/>
                  </a:schemeClr>
                </a:solidFill>
              </a:rPr>
              <a:t> library install</a:t>
            </a:r>
          </a:p>
          <a:p>
            <a:pPr marL="457200" lvl="1" indent="0">
              <a:buNone/>
            </a:pPr>
            <a:r>
              <a:rPr lang="en-US" altLang="ko-KR" sz="1400" dirty="0"/>
              <a:t>Install followings:</a:t>
            </a:r>
          </a:p>
          <a:p>
            <a:pPr marL="457200" lvl="1" indent="0">
              <a:buNone/>
            </a:pPr>
            <a:r>
              <a:rPr lang="en-US" altLang="ko-KR" sz="1400" dirty="0"/>
              <a:t>✔ pip install --pre torch --index-</a:t>
            </a:r>
            <a:r>
              <a:rPr lang="en-US" altLang="ko-KR" sz="1400" dirty="0" err="1"/>
              <a:t>url</a:t>
            </a:r>
            <a:r>
              <a:rPr lang="en-US" altLang="ko-KR" sz="1400" dirty="0"/>
              <a:t> </a:t>
            </a:r>
            <a:r>
              <a:rPr lang="en-US" altLang="ko-KR" sz="1400" dirty="0">
                <a:hlinkClick r:id="rId2"/>
              </a:rPr>
              <a:t>https://download.pytorch.org/whl/cu130</a:t>
            </a:r>
            <a:endParaRPr lang="en-US" altLang="ko-KR" sz="1400" dirty="0"/>
          </a:p>
          <a:p>
            <a:pPr marL="457200" lvl="1" indent="0">
              <a:buNone/>
            </a:pPr>
            <a:r>
              <a:rPr lang="en-US" altLang="ko-KR" sz="1400" dirty="0"/>
              <a:t>✔ pip install </a:t>
            </a:r>
            <a:r>
              <a:rPr lang="en-US" altLang="ko-KR" sz="1400" dirty="0" err="1"/>
              <a:t>cuda</a:t>
            </a:r>
            <a:r>
              <a:rPr lang="en-US" altLang="ko-KR" sz="1400" dirty="0"/>
              <a:t>-tile</a:t>
            </a:r>
          </a:p>
          <a:p>
            <a:pPr marL="457200" lvl="1" indent="0">
              <a:buNone/>
            </a:pPr>
            <a:r>
              <a:rPr lang="en-US" altLang="ko-KR" sz="1400" dirty="0"/>
              <a:t>✔ pip install cupy-cuda13x </a:t>
            </a:r>
            <a:r>
              <a:rPr lang="en-US" altLang="ko-KR" sz="1400" dirty="0" err="1"/>
              <a:t>pytest</a:t>
            </a:r>
            <a:r>
              <a:rPr lang="en-US" altLang="ko-KR" sz="1400" dirty="0"/>
              <a:t> </a:t>
            </a:r>
            <a:r>
              <a:rPr lang="en-US" altLang="ko-KR" sz="1400" dirty="0" err="1"/>
              <a:t>numpy</a:t>
            </a:r>
            <a:r>
              <a:rPr lang="en-US" altLang="ko-KR" sz="1400" dirty="0"/>
              <a:t> </a:t>
            </a:r>
          </a:p>
          <a:p>
            <a:pPr marL="457200" lvl="1" indent="0">
              <a:buNone/>
            </a:pPr>
            <a:endParaRPr lang="en-US" altLang="ko-KR" b="1" dirty="0">
              <a:solidFill>
                <a:schemeClr val="accent5">
                  <a:lumMod val="50000"/>
                </a:schemeClr>
              </a:solidFill>
            </a:endParaRPr>
          </a:p>
          <a:p>
            <a:pPr marL="0" indent="0">
              <a:buNone/>
            </a:pPr>
            <a:r>
              <a:rPr lang="en-US" altLang="ko-KR" b="1" dirty="0">
                <a:solidFill>
                  <a:schemeClr val="accent5">
                    <a:lumMod val="50000"/>
                  </a:schemeClr>
                </a:solidFill>
              </a:rPr>
              <a:t>Python</a:t>
            </a:r>
            <a:r>
              <a:rPr lang="ko-KR" altLang="en-US" b="1" dirty="0">
                <a:solidFill>
                  <a:schemeClr val="accent5">
                    <a:lumMod val="50000"/>
                  </a:schemeClr>
                </a:solidFill>
              </a:rPr>
              <a:t> </a:t>
            </a:r>
            <a:r>
              <a:rPr lang="en-US" altLang="ko-KR" b="1" dirty="0">
                <a:solidFill>
                  <a:schemeClr val="accent5">
                    <a:lumMod val="50000"/>
                  </a:schemeClr>
                </a:solidFill>
              </a:rPr>
              <a:t>Virtual</a:t>
            </a:r>
            <a:r>
              <a:rPr lang="ko-KR" altLang="en-US" b="1" dirty="0">
                <a:solidFill>
                  <a:schemeClr val="accent5">
                    <a:lumMod val="50000"/>
                  </a:schemeClr>
                </a:solidFill>
              </a:rPr>
              <a:t> </a:t>
            </a:r>
            <a:r>
              <a:rPr lang="en-US" altLang="ko-KR" b="1" dirty="0">
                <a:solidFill>
                  <a:schemeClr val="accent5">
                    <a:lumMod val="50000"/>
                  </a:schemeClr>
                </a:solidFill>
              </a:rPr>
              <a:t>Environment</a:t>
            </a:r>
            <a:r>
              <a:rPr lang="ko-KR" altLang="en-US" b="1" dirty="0">
                <a:solidFill>
                  <a:schemeClr val="accent5">
                    <a:lumMod val="50000"/>
                  </a:schemeClr>
                </a:solidFill>
              </a:rPr>
              <a:t> </a:t>
            </a:r>
            <a:r>
              <a:rPr lang="en-US" altLang="ko-KR" b="1" dirty="0">
                <a:solidFill>
                  <a:schemeClr val="accent5">
                    <a:lumMod val="50000"/>
                  </a:schemeClr>
                </a:solidFill>
              </a:rPr>
              <a:t>setup</a:t>
            </a:r>
          </a:p>
          <a:p>
            <a:pPr lvl="1"/>
            <a:r>
              <a:rPr lang="fr-FR" altLang="ko-KR" dirty="0"/>
              <a:t>python3 -m venv env</a:t>
            </a:r>
          </a:p>
          <a:p>
            <a:pPr lvl="1"/>
            <a:r>
              <a:rPr lang="fr-FR" altLang="ko-KR" dirty="0"/>
              <a:t>source env/bin/activate</a:t>
            </a:r>
          </a:p>
          <a:p>
            <a:pPr lvl="1"/>
            <a:r>
              <a:rPr lang="fr-FR" altLang="ko-KR" dirty="0"/>
              <a:t>nvidia-smi</a:t>
            </a:r>
          </a:p>
          <a:p>
            <a:pPr lvl="2"/>
            <a:r>
              <a:rPr lang="en-US" altLang="ko-KR" dirty="0"/>
              <a:t>…</a:t>
            </a:r>
          </a:p>
          <a:p>
            <a:pPr lvl="2"/>
            <a:r>
              <a:rPr lang="en-US" altLang="ko-KR" dirty="0"/>
              <a:t>…</a:t>
            </a:r>
          </a:p>
          <a:p>
            <a:pPr marL="457200" lvl="1" indent="0">
              <a:buNone/>
            </a:pPr>
            <a:endParaRPr lang="en-US" altLang="ko-KR" dirty="0"/>
          </a:p>
        </p:txBody>
      </p:sp>
    </p:spTree>
    <p:extLst>
      <p:ext uri="{BB962C8B-B14F-4D97-AF65-F5344CB8AC3E}">
        <p14:creationId xmlns:p14="http://schemas.microsoft.com/office/powerpoint/2010/main" val="1845870962"/>
      </p:ext>
    </p:extLst>
  </p:cSld>
  <p:clrMapOvr>
    <a:masterClrMapping/>
  </p:clrMapOvr>
</p:sld>
</file>

<file path=ppt/theme/theme1.xml><?xml version="1.0" encoding="utf-8"?>
<a:theme xmlns:a="http://schemas.openxmlformats.org/drawingml/2006/main" name="Office 테마">
  <a:themeElements>
    <a:clrScheme name="한빛미디어">
      <a:dk1>
        <a:sysClr val="windowText" lastClr="000000"/>
      </a:dk1>
      <a:lt1>
        <a:sysClr val="window" lastClr="FFFFFF"/>
      </a:lt1>
      <a:dk2>
        <a:srgbClr val="1FAEB6"/>
      </a:dk2>
      <a:lt2>
        <a:srgbClr val="919191"/>
      </a:lt2>
      <a:accent1>
        <a:srgbClr val="39B54A"/>
      </a:accent1>
      <a:accent2>
        <a:srgbClr val="F15A31"/>
      </a:accent2>
      <a:accent3>
        <a:srgbClr val="FA9D1C"/>
      </a:accent3>
      <a:accent4>
        <a:srgbClr val="41B50A"/>
      </a:accent4>
      <a:accent5>
        <a:srgbClr val="55AAEA"/>
      </a:accent5>
      <a:accent6>
        <a:srgbClr val="4D2702"/>
      </a:accent6>
      <a:hlink>
        <a:srgbClr val="39B54A"/>
      </a:hlink>
      <a:folHlink>
        <a:srgbClr val="919191"/>
      </a:folHlink>
    </a:clrScheme>
    <a:fontScheme name="맑은 고딕">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bg1">
              <a:lumMod val="50000"/>
            </a:schemeClr>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22978</TotalTime>
  <Words>2376</Words>
  <Application>Microsoft Office PowerPoint</Application>
  <PresentationFormat>와이드스크린</PresentationFormat>
  <Paragraphs>373</Paragraphs>
  <Slides>42</Slides>
  <Notes>1</Notes>
  <HiddenSlides>0</HiddenSlides>
  <MMClips>0</MMClips>
  <ScaleCrop>false</ScaleCrop>
  <HeadingPairs>
    <vt:vector size="6" baseType="variant">
      <vt:variant>
        <vt:lpstr>사용한 글꼴</vt:lpstr>
      </vt:variant>
      <vt:variant>
        <vt:i4>11</vt:i4>
      </vt:variant>
      <vt:variant>
        <vt:lpstr>테마</vt:lpstr>
      </vt:variant>
      <vt:variant>
        <vt:i4>1</vt:i4>
      </vt:variant>
      <vt:variant>
        <vt:lpstr>슬라이드 제목</vt:lpstr>
      </vt:variant>
      <vt:variant>
        <vt:i4>42</vt:i4>
      </vt:variant>
    </vt:vector>
  </HeadingPairs>
  <TitlesOfParts>
    <vt:vector size="54" baseType="lpstr">
      <vt:lpstr>Google Sans Text</vt:lpstr>
      <vt:lpstr>맑은 고딕</vt:lpstr>
      <vt:lpstr>시스템 서체</vt:lpstr>
      <vt:lpstr>Arial</vt:lpstr>
      <vt:lpstr>Arial Narrow</vt:lpstr>
      <vt:lpstr>Calibri</vt:lpstr>
      <vt:lpstr>Gill Sans MT</vt:lpstr>
      <vt:lpstr>Noto Sans</vt:lpstr>
      <vt:lpstr>Tahoma</vt:lpstr>
      <vt:lpstr>Times New Roman</vt:lpstr>
      <vt:lpstr>Wingdings</vt:lpstr>
      <vt:lpstr>Office 테마</vt:lpstr>
      <vt:lpstr>PowerPoint 프레젠테이션</vt:lpstr>
      <vt:lpstr>PowerPoint 프레젠테이션</vt:lpstr>
      <vt:lpstr>PowerPoint 프레젠테이션</vt:lpstr>
      <vt:lpstr>AI Programming &amp; Engineering</vt:lpstr>
      <vt:lpstr>AI Computer 란?</vt:lpstr>
      <vt:lpstr>AI Computer : CPU + GPU/NPU</vt:lpstr>
      <vt:lpstr>AI Computer : CPU + GPU/NPU</vt:lpstr>
      <vt:lpstr>NVIDIA DGX Spark</vt:lpstr>
      <vt:lpstr>mini Super PC</vt:lpstr>
      <vt:lpstr>그러면 내 PC는?</vt:lpstr>
      <vt:lpstr>GPU 카드 내 VRAM size가 갖는 의미</vt:lpstr>
      <vt:lpstr>Homogenous Computing System (Intel i7)</vt:lpstr>
      <vt:lpstr>Heterogenous Computing System</vt:lpstr>
      <vt:lpstr>Memory Wall Problem</vt:lpstr>
      <vt:lpstr>Unified Memory (Apple mac mini)</vt:lpstr>
      <vt:lpstr>Unified Memory (NVDIA GB10)</vt:lpstr>
      <vt:lpstr>Linux NUMA between CPUs</vt:lpstr>
      <vt:lpstr>NUMA for Multi CPUs</vt:lpstr>
      <vt:lpstr>Unified Memory for AI Computer</vt:lpstr>
      <vt:lpstr>CUDA (?)</vt:lpstr>
      <vt:lpstr>GeForce Driver + CUDA Toolkit</vt:lpstr>
      <vt:lpstr>Full GPU 사양/모습</vt:lpstr>
      <vt:lpstr>우송 L40S GPU Server</vt:lpstr>
      <vt:lpstr>GPU Server</vt:lpstr>
      <vt:lpstr>CUDA Python ?</vt:lpstr>
      <vt:lpstr>GPU Programming Model</vt:lpstr>
      <vt:lpstr>GPU Programming Model</vt:lpstr>
      <vt:lpstr>GPU에게 연산을 시키려면 data를 주어야</vt:lpstr>
      <vt:lpstr>GPU Resource (scheduling)</vt:lpstr>
      <vt:lpstr>Occupancy</vt:lpstr>
      <vt:lpstr>Grid &amp; Stream</vt:lpstr>
      <vt:lpstr>Grid &amp; Stream</vt:lpstr>
      <vt:lpstr>Tile based GPU Programming Model</vt:lpstr>
      <vt:lpstr>Tile based GPU Programming Model</vt:lpstr>
      <vt:lpstr>Tile based GPU Programming Model</vt:lpstr>
      <vt:lpstr>Tile 기반 GPU Programming</vt:lpstr>
      <vt:lpstr>Tile 기반 GPU Programming</vt:lpstr>
      <vt:lpstr>내 PC를 AI 컴퓨터로 만들려면?</vt:lpstr>
      <vt:lpstr>Linux &amp; AI Computer</vt:lpstr>
      <vt:lpstr>CUDA on WSL2</vt:lpstr>
      <vt:lpstr>CUDA Toolkit 13.2 Downloads for WSL2</vt:lpstr>
      <vt:lpstr>cuTile Python DSL , PyTorch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파이썬으로 배우는 머신러닝 교과서</dc:title>
  <dc:creator>마케팅팀</dc:creator>
  <cp:lastModifiedBy>Taewony Kim</cp:lastModifiedBy>
  <cp:revision>448</cp:revision>
  <dcterms:created xsi:type="dcterms:W3CDTF">2020-01-31T07:25:46Z</dcterms:created>
  <dcterms:modified xsi:type="dcterms:W3CDTF">2026-05-12T01:15:11Z</dcterms:modified>
</cp:coreProperties>
</file>