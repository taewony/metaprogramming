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</a:defRPr>
            </a:pPr>
            <a:r>
              <a:t>Face Recognition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(using Ollama VLM)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t>人脸识别助手 · Ollama 视觉语言模型 · 本地推理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</a:defRPr>
            </a:pPr>
            <a:r>
              <a:t>Local LLM Inference Engine for Real-Time Face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Home — 프로그램 메뉴 / 程序菜单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45720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$ python main.py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 Recognition Assistant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(using Ollama VLM)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--------------------------------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1. Face Detection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2. Emotion Recognition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3. VLM Deep Analysis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4. Age &amp; Gender Estimation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5. Exit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四个功能模块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1. Face Detection</a:t>
            </a:r>
          </a:p>
          <a:p>
            <a:pPr>
              <a:spcAft>
                <a:spcPts val="600"/>
              </a:spcAft>
              <a:defRPr sz="1500" b="0">
                <a:solidFill>
                  <a:srgbClr val="AAAAAA"/>
                </a:solidFill>
              </a:defRPr>
            </a:pPr>
            <a:r>
              <a:t>   人脸检测：位置、大小、数量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2. Emotion Recognition</a:t>
            </a:r>
          </a:p>
          <a:p>
            <a:pPr>
              <a:spcAft>
                <a:spcPts val="600"/>
              </a:spcAft>
              <a:defRPr sz="1500" b="0">
                <a:solidFill>
                  <a:srgbClr val="AAAAAA"/>
                </a:solidFill>
              </a:defRPr>
            </a:pPr>
            <a:r>
              <a:t>   表情识别：7种情绪概率分布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3. VLM Deep Analysis</a:t>
            </a:r>
          </a:p>
          <a:p>
            <a:pPr>
              <a:spcAft>
                <a:spcPts val="600"/>
              </a:spcAft>
              <a:defRPr sz="1500" b="0">
                <a:solidFill>
                  <a:srgbClr val="AAAAAA"/>
                </a:solidFill>
              </a:defRPr>
            </a:pPr>
            <a:r>
              <a:t>   Ollama视觉模型深度分析人脸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1">
                <a:solidFill>
                  <a:srgbClr val="00D4FF"/>
                </a:solidFill>
              </a:defRPr>
            </a:pPr>
            <a:r>
              <a:t>4. Age &amp; Gender</a:t>
            </a:r>
          </a:p>
          <a:p>
            <a:pPr>
              <a:spcAft>
                <a:spcPts val="600"/>
              </a:spcAft>
              <a:defRPr sz="1500" b="0">
                <a:solidFill>
                  <a:srgbClr val="AAAAAA"/>
                </a:solidFill>
              </a:defRPr>
            </a:pPr>
            <a:r>
              <a:t>   年龄性别实时判断</a:t>
            </a:r>
          </a:p>
          <a:p>
            <a:pPr>
              <a:spcAft>
                <a:spcPts val="600"/>
              </a:spcAft>
              <a:defRPr sz="6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输入图片路径即可运行任意功能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Demo 1 — Face Detection / 人脸检测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18288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Demo 1 Input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------------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Image path: data/sample_face.jpg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5029200" cy="2743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Demo 1 Output — Face Detection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-------------------------------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 Detection Result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Image: sample_face.jpg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Image Size: 640x480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Faces Detected: 2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 1: position=(180,95) size=165x165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 2: position=(410,120) size=140x140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技术实现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OpenCV Haar Cascade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haarcascade_frontalface_alt2.xml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scaleFactor=1.1, minNeighbors=5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每帧检测，耗时 ~8ms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输出信息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检测到的人脸数量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每张脸的坐标 (x, y)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每张脸的尺寸 (w x 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Demo 2 — Emotion Recognition / 表情识别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Demo 2 Output — Emotion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Emotion Recognition Result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Image: sample_face.jpg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 position: (180,95) size: 165x165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Emotion Probabilities: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happy (开心): ████████░░ 78%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neutral (平静): ██░░░░░░░░ 12%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surprise (惊讶): █░░░░░░░░░  5%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sad (悲伤): ░░░░░░░░░░  3%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angry (愤怒): ░░░░░░░░░░  1%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fear (恐惧): ░░░░░░░░░░  1%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disgust (厌恶): ░░░░░░░░░░  0%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Top Emotion: happy (78%)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技术实现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内置规则：HSV色彩空间分析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亮度 &gt; 150 且饱和度 &gt; 50 → 开心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亮度 &lt; 100 → 悲伤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饱和度 &gt; 80 → 愤怒/惊讶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2000" b="1">
                <a:solidFill>
                  <a:srgbClr val="00D4FF"/>
                </a:solidFill>
              </a:defRPr>
            </a:pPr>
            <a:r>
              <a:t>Ollama 增强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调用 LLaVA 分析人脸表情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输出自然语言描述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• 无 Ollama 时自动回退内置规则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Demo 3 — VLM Deep Analysis / VLM深度分析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Demo 3 Output — VLM (Ollama LLaVA)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-------------------------------------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VLM Deep Analysis (Ollama llava:7b)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1. 表情/情绪：微笑，看起来很开心，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表情自然放松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2. 大致年龄：25-30岁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3. 性别：女性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4. 面部特征：长发，肤色均匀，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无眼镜，面部轮廓柔和，五官端正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5. 整体印象：给人温暖友善的感觉，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看起来性格开朗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Ollama VLM 调用流程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1. 检测人脸位置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2. 裁剪人脸区域 + 10% padding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3. BGR → JPEG → Base64 编码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4. POST /api/generate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 model: llava:7b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 images: [base64]</a:t>
            </a: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5. 解析 response 返回中文描述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无 Ollama 时回退到规则分析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Demo 4 — Age &amp; Gender / 年龄性别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743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Demo 4 Output — Age &amp; Gender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------------------------------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Age &amp; Gender Estimation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Image: sample_face.jpg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Face: position=(180,95) size=165x165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Estimated Age: 25-35岁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Estimated Gender: 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FFFFFF"/>
                </a:solidFill>
              </a:defRPr>
            </a:pPr>
            <a:r>
              <a:t>技术实现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内置规则：基于人脸区域面积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area &gt; 40000 → 30-45岁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area &gt; 20000 → 20-35岁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area &lt;= 20000 → 15-25岁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FFFFFF"/>
                </a:solidFill>
              </a:defRPr>
            </a:pPr>
            <a:r>
              <a:t>• 性别：基于肤色亮度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brightness &gt; 140 → 女</a:t>
            </a: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  brightness &lt;= 140 → 男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400" b="0">
                <a:solidFill>
                  <a:srgbClr val="AAAAAA"/>
                </a:solidFill>
              </a:defRPr>
            </a:pPr>
            <a:r>
              <a:t>Ollama 增强时输出更准确的判断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프로젝트 구조 / 项目结构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face_assistant/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├── main.py              # 主程序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├── demo_run.py          # 一键演示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├── requirements.txt     # 依赖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├── data/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│   ├── sample_face.jpg  # 示例图片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│   └── sample_config.json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└── outputs/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└── demo_output.txt  # 演示输出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运行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$ python main.py        # 交互式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$ python demo_run.py    # 一键演示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0292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核心依赖（仅2个）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opencv-python&gt;=4.8.0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numpy&gt;=1.24.0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可选：Ollama VLM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curl -fsSL https://ollama.com/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install.sh | sh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ollama serve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ollama pull llava:7b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运行方式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python main.py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选择功能 → 输入图片路径 → 查看结果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无 Ollama 时自动使用内置规则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Ollama 연동 / Ollama 集成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105156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main.py — OllamaClient 类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@dataclass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class OllamaClient: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model: str = "llava:7b"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host: str = "http://localhost:11434"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def generate_vision(self, image_bgr, prompt):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_, buf = cv2.imencode('.jpg', image_bgr)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img_b64 = base64.b64encode(buf).decode()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payload = {"model": self.model,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           "prompt": prompt,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           "images": [img_b64],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           "stream": False}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resp = urllib.request.urlopen(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    f"{self.host}/api/generate", ...)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    return resp["response"]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调用示例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vlm_result = client.generate_vision(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face_roi,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 "分析这张人脸：表情、年龄、性别、特征")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FF"/>
                </a:solidFill>
              </a:defRPr>
            </a:pPr>
            <a:r>
              <a:t>Ollama vs 内置规则 / Fallback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无 Ollama 时的回退输出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VLM Deep Analysis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(Built-in Fallback)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1. Expression: Neutral (rule-based)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2. Age: 25-30岁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3. Gender: 女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4. Features: Face detected,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detailed analysis requires VLM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5. Impression: Unable to generate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Note: Install Ollama for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deep analysis.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$ ollama pull llava:7b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029200" cy="5029200"/>
          </a:xfrm>
          <a:prstGeom prst="roundRect">
            <a:avLst/>
          </a:prstGeom>
          <a:solidFill>
            <a:srgbClr val="161625"/>
          </a:solidFill>
          <a:ln w="12700">
            <a:solidFill>
              <a:srgbClr val="2A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有 Ollama 时的 VLM 输出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VLM Deep Analysis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(Ollama llava:7b)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1. 表情：微笑，很开心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2. 年龄：25-30岁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3. 性别：女性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4. 特征：长发，肤色均匀，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   无眼镜，面部轮廓柔和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5. 印象：温暖友善，性格开朗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自动检测 Ollama 是否可用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不可用 → 内置规则</a:t>
            </a:r>
          </a:p>
          <a:p>
            <a:pPr>
              <a:spcAft>
                <a:spcPts val="300"/>
              </a:spcAft>
              <a:defRPr sz="1400">
                <a:solidFill>
                  <a:srgbClr val="69F0AE"/>
                </a:solidFill>
                <a:latin typeface="Menlo"/>
              </a:defRPr>
            </a:pPr>
            <a:r>
              <a:t># 可用   → LLaVA 视觉分析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D4FF"/>
                </a:solidFill>
              </a:defRPr>
            </a:pPr>
            <a:r>
              <a:t>요약 / 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t>Face Recognition Assistant (using Ollama VLM)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python main.py          →   启动交互式菜单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python demo_run.py      →   一键生成演示输出</a:t>
            </a:r>
          </a:p>
          <a:p>
            <a:pPr>
              <a:spcAft>
                <a:spcPts val="600"/>
              </a:spcAft>
              <a:defRPr sz="8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选择功能 1-4 → 输入图片路径 → 查看分析结果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有 Ollama 时自动调用 LLaVA 深度分析</a:t>
            </a:r>
          </a:p>
          <a:p>
            <a:pPr>
              <a:spcAft>
                <a:spcPts val="600"/>
              </a:spcAft>
              <a:defRPr sz="1800" b="0">
                <a:solidFill>
                  <a:srgbClr val="FFFFFF"/>
                </a:solidFill>
              </a:defRPr>
            </a:pPr>
            <a:r>
              <a:t>无 Ollama 时自动回退到内置规则</a:t>
            </a:r>
          </a:p>
          <a:p>
            <a:pPr>
              <a:spcAft>
                <a:spcPts val="600"/>
              </a:spcAft>
              <a:defRPr sz="1200" b="0">
                <a:solidFill>
                  <a:srgbClr val="FFFFFF"/>
                </a:solidFill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AAAAAA"/>
                </a:solidFill>
              </a:defRPr>
            </a:pPr>
            <a:r>
              <a:t>仅需 opencv-python + numpy | Ollama 可选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</a:defRPr>
            </a:pPr>
            <a:r>
              <a:t>ollama.com  |  python main.py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