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本地大语言模型推理引擎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Local LLM Inference Engine  |  Run AI Models on Your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什么是 Ollama?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AAAAA"/>
                </a:solidFill>
              </a:defRPr>
            </a:pPr>
            <a:r>
              <a:t>一句话定义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在本地电脑上运行大语言模型（LLM）的工具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AAAAAA"/>
                </a:solidFill>
              </a:defRPr>
            </a:pPr>
            <a:r>
              <a:t>核心特点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• 本地运行 — 数据不离开你的电脑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• 一行命令安装和启动模型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• 支持 100+ 模型（Llama、Qwen、Gemma…）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• 提供 REST API，可集成到任何应用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• 完全免费开源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AAAAA"/>
                </a:solidFill>
              </a:defRPr>
            </a:pPr>
            <a:r>
              <a:t>类比理解</a:t>
            </a:r>
          </a:p>
          <a:p>
            <a:pPr>
              <a:spcAft>
                <a:spcPts val="800"/>
              </a:spcAft>
              <a:defRPr sz="1800" b="1">
                <a:solidFill>
                  <a:srgbClr val="00D4FF"/>
                </a:solidFill>
              </a:defRPr>
            </a:pPr>
            <a:r>
              <a:t>Ollama 就像 Docker 之于容器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Docker  → 运行容器化应用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Ollama  → 运行大语言模型</a:t>
            </a:r>
          </a:p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AAAAAA"/>
                </a:solidFill>
              </a:defRPr>
            </a:pPr>
            <a:r>
              <a:t>支持的模型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Llama 3    Qwen 2.5    Gemma 3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Mistral    DeepSeek    Phi-3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LLaVA (视觉)    CodeLlama (代码)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安装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macOS / Linux</a:t>
            </a:r>
          </a:p>
          <a:p>
            <a:pPr>
              <a:spcAft>
                <a:spcPts val="800"/>
              </a:spcAft>
              <a:defRPr sz="1600" b="0">
                <a:solidFill>
                  <a:srgbClr val="AAAAAA"/>
                </a:solidFill>
              </a:defRPr>
            </a:pPr>
            <a:r>
              <a:t>一行命令完成安装：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515600" cy="10972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curl -fsSL https://ollama.com/install.sh | sh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安装完成后验证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--version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Windows</a:t>
            </a:r>
          </a:p>
          <a:p>
            <a:pPr>
              <a:spcAft>
                <a:spcPts val="800"/>
              </a:spcAft>
              <a:defRPr sz="1600" b="0">
                <a:solidFill>
                  <a:srgbClr val="AAAAAA"/>
                </a:solidFill>
              </a:defRPr>
            </a:pPr>
            <a:r>
              <a:t>从 ollama.com 下载安装包，双击安装即可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启动 Ollama 服务</a:t>
            </a:r>
          </a:p>
          <a:p>
            <a:pPr>
              <a:spcAft>
                <a:spcPts val="800"/>
              </a:spcAft>
              <a:defRPr sz="1600" b="0">
                <a:solidFill>
                  <a:srgbClr val="AAAAAA"/>
                </a:solidFill>
              </a:defRPr>
            </a:pPr>
            <a:r>
              <a:t>安装后 Ollama 服务会自动启动。手动启动命令：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serve    # 启动服务（默认端口 11434）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基本用法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AAAAA"/>
                </a:solidFill>
              </a:defRPr>
            </a:pPr>
            <a:r>
              <a:t>三个核心命令：pull（下载）、run（运行）、list（查看）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438912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1. 下载模型（首次需要，约 4-8GB）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pull llama3.2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pull qwen2.5:7b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2. 运行模型（命令行交互）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run llama3.2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&gt;&gt;&gt; 你好，介绍一下你自己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&gt;&gt;&gt; /bye                       # 退出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3. 查看已下载的模型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list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NAME              SIZE     MODIFIED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llama3.2:latest   4.7 GB   2 hours ago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qwen2.5:7b        4.4 GB   5 hours ago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4. 删除模型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rm llama3.2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REST API 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AAAAA"/>
                </a:solidFill>
              </a:defRPr>
            </a:pPr>
            <a:r>
              <a:t>Ollama 启动后自动暴露 HTTP API（端口 11434），可集成到任何应用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用 curl 调用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curl http://localhost:11434/api/generate \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-d '{"model":"llama3.2","prompt":"用一句话解释AI","stream":false}'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返回 JSON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{"response":"AI是让计算机模拟人类智能的技术。","done":true}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Python 调用示例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import requests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r = requests.post("http://localhost:11434/api/generate",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json={"model": "llama3.2", "prompt": "什么是机器学习?", "stream": False})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print(r.json()["response"])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视觉模型：LLaVA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AAAAA"/>
                </a:solidFill>
              </a:defRPr>
            </a:pPr>
            <a:r>
              <a:t>Ollama 不仅支持文本模型，还支持多模态视觉模型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20116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下载视觉模型 LLaVA（Large Language and Vision Assistant）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pull llava:7b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命令行用图片提问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$ ollama run llava:7b "描述这张图片" --images ./photo.jpg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API 调用（图片 Base64）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515600" cy="18288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import requests, base64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img = base64.b64encode(open("face.jpg","rb").read()).decode()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r = requests.post("http://localhost:11434/api/generate", json={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"model": "llava:7b",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"prompt": "分析这张人脸的表情和情绪",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"images": [img], "stream": False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演示：常用命令速查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安装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curl -fsSL https://ollama.com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/install.sh | sh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下载模型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pull llama3.2       # 4.7G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pull qwen2.5:7b    # 4.4G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pull llava:7b      # 4.7G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运行对话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run llama3.2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查看模型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list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停止服务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029200" cy="5029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API 调用（文本）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curl http://localhost:11434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/api/generate \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-d '{"model":"llama3.2",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   "prompt":"Hello!",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     "stream":false}'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API 调用（图片）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curl ... -d '{"model":"llava:7b",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"prompt":"描述图片",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"images":["&lt;base64&gt;"],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  "stream":false}'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模型信息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show llama3.2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# 复制模型</a:t>
            </a:r>
          </a:p>
          <a:p>
            <a:pPr>
              <a:spcAft>
                <a:spcPts val="400"/>
              </a:spcAft>
              <a:defRPr sz="1500">
                <a:solidFill>
                  <a:srgbClr val="69F0AE"/>
                </a:solidFill>
                <a:latin typeface="Menlo"/>
              </a:defRPr>
            </a:pPr>
            <a:r>
              <a:t>ollama cp llama3.2 my-model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</a:defRPr>
            </a:pPr>
            <a:r>
              <a:t>Ollama = 本地 AI 的基础设施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</a:defRPr>
            </a:pPr>
            <a:r>
              <a:t>ollama pull    →   下载模型</a:t>
            </a:r>
          </a:p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</a:defRPr>
            </a:pPr>
            <a:r>
              <a:t>ollama run     →   命令行对话</a:t>
            </a:r>
          </a:p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</a:defRPr>
            </a:pPr>
            <a:r>
              <a:t>ollama serve   →   启动 API 服务</a:t>
            </a:r>
          </a:p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</a:defRPr>
            </a:pPr>
            <a:r>
              <a:t>REST API       →   集成到任何应用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AAAAAA"/>
                </a:solidFill>
              </a:defRPr>
            </a:pPr>
            <a:r>
              <a:t>一行安装 · 一行运行 · 完全本地 · 完全免费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</a:defRPr>
            </a:pPr>
            <a:r>
              <a:t>ollama.com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